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696e4626c34629" /><Relationship Type="http://schemas.openxmlformats.org/officeDocument/2006/relationships/extended-properties" Target="/docProps/app.xml" Id="R2b347be1c6ae49bc" /><Relationship Type="http://schemas.openxmlformats.org/officeDocument/2006/relationships/officeDocument" Target="/ppt/presentation.xml" Id="R5a964595d6874e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044e05e45a4858"/>
  </p:sldMasterIdLst>
  <p:notesMasterIdLst>
    <p:notesMasterId xmlns:r="http://schemas.openxmlformats.org/officeDocument/2006/relationships" r:id="Rfaaa16ac365b40ca"/>
  </p:notesMasterIdLst>
  <p:sldIdLst>
    <p:sldId xmlns:r="http://schemas.openxmlformats.org/officeDocument/2006/relationships" id="256" r:id="R6bdc8159118f45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ef6be58403438d" /><Relationship Type="http://schemas.openxmlformats.org/officeDocument/2006/relationships/slideMaster" Target="/ppt/slideMasters/slideMaster1.xml" Id="Rfb044e05e45a4858" /><Relationship Type="http://schemas.openxmlformats.org/officeDocument/2006/relationships/notesMaster" Target="/ppt/notesMasters/notesMaster1.xml" Id="Rfaaa16ac365b40ca" /><Relationship Type="http://schemas.openxmlformats.org/officeDocument/2006/relationships/presProps" Target="/ppt/presProps.xml" Id="Rec0953343e5445ce" /><Relationship Type="http://schemas.openxmlformats.org/officeDocument/2006/relationships/tableStyles" Target="/ppt/tableStyles.xml" Id="Rabcebcb748134359" /><Relationship Type="http://schemas.openxmlformats.org/officeDocument/2006/relationships/slide" Target="/ppt/slides/slide1.xml" Id="R6bdc8159118f45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cbd35666ee4f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28575" dir="5400000">
              <a:srgbClr val="7030A0">
                <a:alpha val="18000"/>
              </a:srgbClr>
            </a:outerShdw>
          </a:effectLst>
        </a:effectStyle>
        <a:effectStyle>
          <a:effectLst>
            <a:outerShdw blurRad="76200" dist="28575" dir="5400000">
              <a:srgbClr val="7030A0">
                <a:alpha val="20000"/>
              </a:srgbClr>
            </a:outerShdw>
          </a:effectLst>
        </a:effectStyle>
        <a:effectStyle>
          <a:effectLst>
            <a:outerShdw blurRad="95250" dist="38100" dir="5400000">
              <a:srgbClr val="7030A0">
                <a:alpha val="16000"/>
              </a:srgbClr>
            </a:outerShdw>
          </a:effectLst>
        </a:effectStyle>
        <a:effectStyle>
          <a:effectLst>
            <a:outerShdw blurRad="247650" dist="114300" dir="5400000">
              <a:srgbClr val="7030A0">
                <a:alpha val="24000"/>
              </a:srgbClr>
            </a:outerShdw>
          </a:effectLst>
        </a:effectStyle>
        <a:effectStyle>
          <a:effectLst>
            <a:outerShdw blurRad="209550" dist="95250" dir="5400000">
              <a:srgbClr val="7030A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d6308c7f0f4519" /><Relationship Type="http://schemas.openxmlformats.org/officeDocument/2006/relationships/notesMaster" Target="/ppt/notesMasters/notesMaster1.xml" Id="R5f1d7a4a498e4c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usage: Replace NEXUS, DIRECTION 01–06, and the priority direction. Preserve the emphasized seventh path at bottom center.</a:t>
            </a:r>
          </a:p>
          <a:p xmlns:a="http://schemas.openxmlformats.org/drawingml/2006/main">
            <a:r>
              <a:t>Color system: mint #66FF99 and purple #7030A0.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layout reference: C:\Users\User\AppData\Local\Temp\codex-clipboard-91ad45b4-9061-4202-b102-10799e39ecc1.png (visual layout adaptation only; not embedded).</a:t>
            </a:r>
          </a:p>
          <a:p xmlns:a="http://schemas.openxmlformats.org/drawingml/2006/main">
            <a:r>
              <a:t>- No external claims or third-party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c5ec677834a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5a17b7c0014168" /><Relationship Type="http://schemas.openxmlformats.org/officeDocument/2006/relationships/slideLayout" Target="/ppt/slideLayouts/slideLayout1.xml" Id="R6a93994bd8e343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93994bd8e343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28575" dir="5400000">
              <a:srgbClr val="7030A0">
                <a:alpha val="18000"/>
              </a:srgbClr>
            </a:outerShdw>
          </a:effectLst>
        </a:effectStyle>
        <a:effectStyle>
          <a:effectLst>
            <a:outerShdw blurRad="76200" dist="28575" dir="5400000">
              <a:srgbClr val="7030A0">
                <a:alpha val="20000"/>
              </a:srgbClr>
            </a:outerShdw>
          </a:effectLst>
        </a:effectStyle>
        <a:effectStyle>
          <a:effectLst>
            <a:outerShdw blurRad="95250" dist="38100" dir="5400000">
              <a:srgbClr val="7030A0">
                <a:alpha val="16000"/>
              </a:srgbClr>
            </a:outerShdw>
          </a:effectLst>
        </a:effectStyle>
        <a:effectStyle>
          <a:effectLst>
            <a:outerShdw blurRad="247650" dist="114300" dir="5400000">
              <a:srgbClr val="7030A0">
                <a:alpha val="24000"/>
              </a:srgbClr>
            </a:outerShdw>
          </a:effectLst>
        </a:effectStyle>
        <a:effectStyle>
          <a:effectLst>
            <a:outerShdw blurRad="209550" dist="95250" dir="5400000">
              <a:srgbClr val="7030A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d7266435d4a08" /><Relationship Type="http://schemas.openxmlformats.org/officeDocument/2006/relationships/notesSlide" Target="/ppt/notesSlides/notesSlide1.xml" Id="Rae04da10f59a4c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reference-mint-corner">
            <a:extLst xmlns:a="http://schemas.openxmlformats.org/drawingml/2006/main">
              <a:ext uri="{FF2B5EF4-FFF2-40B4-BE49-F238E27FC236}">
                <a16:creationId xmlns:a16="http://schemas.microsoft.com/office/drawing/2014/main" id="{189EB22B-7945-446C-A891-A9175FF8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3352800"/>
          </a:xfrm>
          <a:custGeom xmlns:a="http://schemas.openxmlformats.org/drawingml/2006/main">
            <a:pathLst>
              <a:path w="3429000" h="3352800">
                <a:moveTo>
                  <a:pt x="0" y="647700"/>
                </a:moveTo>
                <a:lnTo>
                  <a:pt x="685800" y="0"/>
                </a:lnTo>
                <a:lnTo>
                  <a:pt x="3429000" y="0"/>
                </a:lnTo>
                <a:lnTo>
                  <a:pt x="0" y="3352800"/>
                </a:lnTo>
                <a:close/>
              </a:path>
            </a:pathLst>
          </a:cu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ference-mint-hairline">
            <a:extLst xmlns:a="http://schemas.openxmlformats.org/drawingml/2006/main">
              <a:ext uri="{FF2B5EF4-FFF2-40B4-BE49-F238E27FC236}">
                <a16:creationId xmlns:a16="http://schemas.microsoft.com/office/drawing/2014/main" id="{FFC77439-A5AA-4E2A-8FFF-7CDDA362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276350"/>
            <a:ext cx="2571750" cy="2571750"/>
          </a:xfrm>
          <a:custGeom xmlns:a="http://schemas.openxmlformats.org/drawingml/2006/main">
            <a:pathLst>
              <a:path w="2571750" h="2571750">
                <a:moveTo>
                  <a:pt x="0" y="2571750"/>
                </a:moveTo>
                <a:lnTo>
                  <a:pt x="19050" y="2571750"/>
                </a:lnTo>
                <a:lnTo>
                  <a:pt x="2571750" y="19050"/>
                </a:lnTo>
                <a:lnTo>
                  <a:pt x="2571750" y="0"/>
                </a:lnTo>
                <a:close/>
              </a:path>
            </a:pathLst>
          </a:cu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ference-purple-corner">
            <a:extLst xmlns:a="http://schemas.openxmlformats.org/drawingml/2006/main">
              <a:ext uri="{FF2B5EF4-FFF2-40B4-BE49-F238E27FC236}">
                <a16:creationId xmlns:a16="http://schemas.microsoft.com/office/drawing/2014/main" id="{C24F2C58-84CD-44D6-9634-11807388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00400"/>
            <a:ext cx="3600450" cy="3657600"/>
          </a:xfrm>
          <a:custGeom xmlns:a="http://schemas.openxmlformats.org/drawingml/2006/main">
            <a:pathLst>
              <a:path w="3600450" h="3657600">
                <a:moveTo>
                  <a:pt x="0" y="3657600"/>
                </a:moveTo>
                <a:lnTo>
                  <a:pt x="2762250" y="3657600"/>
                </a:lnTo>
                <a:lnTo>
                  <a:pt x="3600450" y="2600325"/>
                </a:lnTo>
                <a:lnTo>
                  <a:pt x="3600450" y="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ference-purple-hairline">
            <a:extLst xmlns:a="http://schemas.openxmlformats.org/drawingml/2006/main">
              <a:ext uri="{FF2B5EF4-FFF2-40B4-BE49-F238E27FC236}">
                <a16:creationId xmlns:a16="http://schemas.microsoft.com/office/drawing/2014/main" id="{0E9B2579-8EB0-4F0F-8480-F420EC59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2495550" cy="2495550"/>
          </a:xfrm>
          <a:custGeom xmlns:a="http://schemas.openxmlformats.org/drawingml/2006/main">
            <a:pathLst>
              <a:path w="2495550" h="2495550">
                <a:moveTo>
                  <a:pt x="0" y="2495550"/>
                </a:moveTo>
                <a:lnTo>
                  <a:pt x="19050" y="2495550"/>
                </a:lnTo>
                <a:lnTo>
                  <a:pt x="2495550" y="19050"/>
                </a:lnTo>
                <a:lnTo>
                  <a:pt x="2495550" y="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692655-DA6F-4F57-9342-705DF8C1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005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rPr>
              <a:t>Seven ways to frame one idea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E9D86138-DB46-4750-A9CB-F0EFBADD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34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200" b="1">
                <a:solidFill>
                  <a:srgbClr val="7030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30A0"/>
                </a:solidFill>
                <a:latin typeface="Aptos"/>
                <a:ea typeface="Aptos"/>
                <a:cs typeface="Aptos"/>
              </a:rPr>
              <a:t>RADIAL MAP  •  01</a:t>
            </a:r>
          </a:p>
        </p:txBody>
      </p:sp>
      <p:sp>
        <p:nvSpPr>
          <p:cNvPr id="7" name="title-rule">
            <a:extLst xmlns:a="http://schemas.openxmlformats.org/drawingml/2006/main">
              <a:ext uri="{FF2B5EF4-FFF2-40B4-BE49-F238E27FC236}">
                <a16:creationId xmlns:a16="http://schemas.microsoft.com/office/drawing/2014/main" id="{018E0345-10B7-4DDA-8623-CA106612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98107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adial-wash">
            <a:extLst xmlns:a="http://schemas.openxmlformats.org/drawingml/2006/main">
              <a:ext uri="{FF2B5EF4-FFF2-40B4-BE49-F238E27FC236}">
                <a16:creationId xmlns:a16="http://schemas.microsoft.com/office/drawing/2014/main" id="{16FAD770-5E40-4687-A9FC-BCFC3973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43075"/>
            <a:ext cx="2933700" cy="29337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030A0">
                  <a:alpha val="10000"/>
                </a:srgbClr>
              </a:gs>
              <a:gs pos="58000">
                <a:srgbClr val="7030A0">
                  <a:alpha val="4000"/>
                </a:srgbClr>
              </a:gs>
              <a:gs pos="100000">
                <a:srgbClr val="7030A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" name="outer-orbit">
            <a:extLst xmlns:a="http://schemas.openxmlformats.org/drawingml/2006/main">
              <a:ext uri="{FF2B5EF4-FFF2-40B4-BE49-F238E27FC236}">
                <a16:creationId xmlns:a16="http://schemas.microsoft.com/office/drawing/2014/main" id="{0050646B-EBA6-47C4-ADC6-6B206508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90725"/>
            <a:ext cx="2438400" cy="2438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030A0">
                <a:alpha val="22000"/>
              </a:srgbClr>
            </a:solidFill>
            <a:prstDash val="dash"/>
          </a:ln>
        </p:spPr>
      </p:sp>
      <p:sp>
        <p:nvSpPr>
          <p:cNvPr id="10" name="center-routing-anchor">
            <a:extLst xmlns:a="http://schemas.openxmlformats.org/drawingml/2006/main">
              <a:ext uri="{FF2B5EF4-FFF2-40B4-BE49-F238E27FC236}">
                <a16:creationId xmlns:a16="http://schemas.microsoft.com/office/drawing/2014/main" id="{4BEEC6B6-94A1-45BA-9D4B-8EA8798E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050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irection-01-anchor">
            <a:extLst xmlns:a="http://schemas.openxmlformats.org/drawingml/2006/main">
              <a:ext uri="{FF2B5EF4-FFF2-40B4-BE49-F238E27FC236}">
                <a16:creationId xmlns:a16="http://schemas.microsoft.com/office/drawing/2014/main" id="{8CF9ABB4-52F4-4EFB-BD43-85BD48BF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81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rection-02-anchor">
            <a:extLst xmlns:a="http://schemas.openxmlformats.org/drawingml/2006/main">
              <a:ext uri="{FF2B5EF4-FFF2-40B4-BE49-F238E27FC236}">
                <a16:creationId xmlns:a16="http://schemas.microsoft.com/office/drawing/2014/main" id="{391F6271-9EFF-49CC-8C26-3DC3687F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95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irection-03-anchor">
            <a:extLst xmlns:a="http://schemas.openxmlformats.org/drawingml/2006/main">
              <a:ext uri="{FF2B5EF4-FFF2-40B4-BE49-F238E27FC236}">
                <a16:creationId xmlns:a16="http://schemas.microsoft.com/office/drawing/2014/main" id="{8DCBFB5C-690A-4DC8-A305-FE13E8B8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10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irection-04-anchor">
            <a:extLst xmlns:a="http://schemas.openxmlformats.org/drawingml/2006/main">
              <a:ext uri="{FF2B5EF4-FFF2-40B4-BE49-F238E27FC236}">
                <a16:creationId xmlns:a16="http://schemas.microsoft.com/office/drawing/2014/main" id="{DFE0310E-4C37-49B4-A55E-373319A4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81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rection-05-anchor">
            <a:extLst xmlns:a="http://schemas.openxmlformats.org/drawingml/2006/main">
              <a:ext uri="{FF2B5EF4-FFF2-40B4-BE49-F238E27FC236}">
                <a16:creationId xmlns:a16="http://schemas.microsoft.com/office/drawing/2014/main" id="{4FEB1055-A63D-4925-8F72-8CEA2AA2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95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irection-06-anchor">
            <a:extLst xmlns:a="http://schemas.openxmlformats.org/drawingml/2006/main">
              <a:ext uri="{FF2B5EF4-FFF2-40B4-BE49-F238E27FC236}">
                <a16:creationId xmlns:a16="http://schemas.microsoft.com/office/drawing/2014/main" id="{90245C43-5250-499F-8734-A3AA4F06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10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iority-routing-anchor">
            <a:extLst xmlns:a="http://schemas.openxmlformats.org/drawingml/2006/main">
              <a:ext uri="{FF2B5EF4-FFF2-40B4-BE49-F238E27FC236}">
                <a16:creationId xmlns:a16="http://schemas.microsoft.com/office/drawing/2014/main" id="{E3A65433-E21E-4A7E-980F-0940252A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1" name=""/>
          <p:cNvCxnSpPr>
            <a:stCxn xmlns:a="http://schemas.openxmlformats.org/drawingml/2006/main" id="10" idx="2"/>
            <a:endCxn xmlns:a="http://schemas.openxmlformats.org/drawingml/2006/main" id="11" idx="6"/>
          </p:cNvCxnSpPr>
          <p:nvPr/>
        </p:nvCxnSpPr>
        <p:spPr>
          <a:xfrm xmlns:a="http://schemas.openxmlformats.org/drawingml/2006/main" flipH="1" flipV="1">
            <a:off x="4629150" y="1819275"/>
            <a:ext cx="561975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7030A0">
                <a:alpha val="58000"/>
              </a:srgbClr>
            </a:solidFill>
            <a:prstDash val="solid"/>
            <a:head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10" idx="2"/>
            <a:endCxn xmlns:a="http://schemas.openxmlformats.org/drawingml/2006/main" id="12" idx="6"/>
          </p:cNvCxnSpPr>
          <p:nvPr/>
        </p:nvCxnSpPr>
        <p:spPr>
          <a:xfrm xmlns:a="http://schemas.openxmlformats.org/drawingml/2006/main" flipH="1" flipV="1">
            <a:off x="3524250" y="3133725"/>
            <a:ext cx="1666875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7030A0">
                <a:alpha val="58000"/>
              </a:srgbClr>
            </a:solidFill>
            <a:prstDash val="solid"/>
            <a:head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10" idx="2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>
            <a:off x="4038600" y="3209925"/>
            <a:ext cx="1152525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7030A0">
                <a:alpha val="58000"/>
              </a:srgbClr>
            </a:solidFill>
            <a:prstDash val="solid"/>
            <a:head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0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7000875" y="1819275"/>
            <a:ext cx="581025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7030A0">
                <a:alpha val="58000"/>
              </a:srgbClr>
            </a:solidFill>
            <a:prstDash val="solid"/>
            <a:head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10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7000875" y="3133725"/>
            <a:ext cx="1266825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7030A0">
                <a:alpha val="58000"/>
              </a:srgbClr>
            </a:solidFill>
            <a:prstDash val="solid"/>
            <a:head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10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7000875" y="3209925"/>
            <a:ext cx="790575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7030A0">
                <a:alpha val="58000"/>
              </a:srgbClr>
            </a:solidFill>
            <a:prstDash val="solid"/>
            <a:head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10" idx="4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096000" y="4114800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rnd">
            <a:solidFill>
              <a:srgbClr val="66FF99"/>
            </a:solidFill>
            <a:prstDash val="solid"/>
            <a:headEnd type="triangle" w="med" len="med"/>
          </a:ln>
        </p:spPr>
      </p:cxnSp>
      <p:sp>
        <p:nvSpPr>
          <p:cNvPr id="25" name="direction-01-endpoint">
            <a:extLst xmlns:a="http://schemas.openxmlformats.org/drawingml/2006/main">
              <a:ext uri="{FF2B5EF4-FFF2-40B4-BE49-F238E27FC236}">
                <a16:creationId xmlns:a16="http://schemas.microsoft.com/office/drawing/2014/main" id="{D0579C89-9E32-4BC3-886E-7224C7DB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52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23813">
            <a:solidFill>
              <a:srgbClr val="7030A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" name="direction-02-endpoint">
            <a:extLst xmlns:a="http://schemas.openxmlformats.org/drawingml/2006/main">
              <a:ext uri="{FF2B5EF4-FFF2-40B4-BE49-F238E27FC236}">
                <a16:creationId xmlns:a16="http://schemas.microsoft.com/office/drawing/2014/main" id="{A6074627-5DDC-42A3-911D-C9E1AAE1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23813">
            <a:solidFill>
              <a:srgbClr val="7030A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direction-03-endpoint">
            <a:extLst xmlns:a="http://schemas.openxmlformats.org/drawingml/2006/main">
              <a:ext uri="{FF2B5EF4-FFF2-40B4-BE49-F238E27FC236}">
                <a16:creationId xmlns:a16="http://schemas.microsoft.com/office/drawing/2014/main" id="{BB933CD5-4A38-4E1A-AC8F-B6D91419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381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23813">
            <a:solidFill>
              <a:srgbClr val="7030A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8" name="direction-04-endpoint">
            <a:extLst xmlns:a="http://schemas.openxmlformats.org/drawingml/2006/main">
              <a:ext uri="{FF2B5EF4-FFF2-40B4-BE49-F238E27FC236}">
                <a16:creationId xmlns:a16="http://schemas.microsoft.com/office/drawing/2014/main" id="{6E50AE4C-0972-41CA-852E-5FCB9283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52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23813">
            <a:solidFill>
              <a:srgbClr val="7030A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direction-05-endpoint">
            <a:extLst xmlns:a="http://schemas.openxmlformats.org/drawingml/2006/main">
              <a:ext uri="{FF2B5EF4-FFF2-40B4-BE49-F238E27FC236}">
                <a16:creationId xmlns:a16="http://schemas.microsoft.com/office/drawing/2014/main" id="{20CC7C0B-89A8-4AC5-BB50-FDEAC2BD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23813">
            <a:solidFill>
              <a:srgbClr val="7030A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0" name="direction-06-endpoint">
            <a:extLst xmlns:a="http://schemas.openxmlformats.org/drawingml/2006/main">
              <a:ext uri="{FF2B5EF4-FFF2-40B4-BE49-F238E27FC236}">
                <a16:creationId xmlns:a16="http://schemas.microsoft.com/office/drawing/2014/main" id="{1046B3E2-144A-472F-A31F-01B328C3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81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23813">
            <a:solidFill>
              <a:srgbClr val="7030A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priority-endpoint">
            <a:extLst xmlns:a="http://schemas.openxmlformats.org/drawingml/2006/main">
              <a:ext uri="{FF2B5EF4-FFF2-40B4-BE49-F238E27FC236}">
                <a16:creationId xmlns:a16="http://schemas.microsoft.com/office/drawing/2014/main" id="{77FF146D-CC57-44A1-A638-00FB85A5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81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28575">
            <a:solidFill>
              <a:srgbClr val="7030A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2" name="direction-01-number-marker">
            <a:extLst xmlns:a="http://schemas.openxmlformats.org/drawingml/2006/main">
              <a:ext uri="{FF2B5EF4-FFF2-40B4-BE49-F238E27FC236}">
                <a16:creationId xmlns:a16="http://schemas.microsoft.com/office/drawing/2014/main" id="{841DDF3D-C10C-4198-AD53-D0BFAFC4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485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9525">
            <a:solidFill>
              <a:srgbClr val="7030A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33" name="direction-01-heading">
            <a:extLst xmlns:a="http://schemas.openxmlformats.org/drawingml/2006/main">
              <a:ext uri="{FF2B5EF4-FFF2-40B4-BE49-F238E27FC236}">
                <a16:creationId xmlns:a16="http://schemas.microsoft.com/office/drawing/2014/main" id="{34A10F58-2DFD-4411-A8FD-C2B6EFBE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4192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8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rPr>
              <a:t>DIRECTION 01</a:t>
            </a:r>
          </a:p>
        </p:txBody>
      </p:sp>
      <p:sp>
        <p:nvSpPr>
          <p:cNvPr id="34" name="direction-01-descriptor">
            <a:extLst xmlns:a="http://schemas.openxmlformats.org/drawingml/2006/main">
              <a:ext uri="{FF2B5EF4-FFF2-40B4-BE49-F238E27FC236}">
                <a16:creationId xmlns:a16="http://schemas.microsoft.com/office/drawing/2014/main" id="{19FEA08C-9D97-48C1-B61D-5EDE626F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24025"/>
            <a:ext cx="1847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200" b="0">
                <a:solidFill>
                  <a:srgbClr val="746C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46C79"/>
                </a:solidFill>
                <a:latin typeface="Aptos"/>
                <a:ea typeface="Aptos"/>
                <a:cs typeface="Aptos"/>
              </a:rPr>
              <a:t>Short supporting lens</a:t>
            </a:r>
          </a:p>
        </p:txBody>
      </p:sp>
      <p:sp>
        <p:nvSpPr>
          <p:cNvPr id="35" name="direction-01-accent">
            <a:extLst xmlns:a="http://schemas.openxmlformats.org/drawingml/2006/main">
              <a:ext uri="{FF2B5EF4-FFF2-40B4-BE49-F238E27FC236}">
                <a16:creationId xmlns:a16="http://schemas.microsoft.com/office/drawing/2014/main" id="{904F22D1-3C37-4576-9194-C6C513F6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002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irection-02-number-marker">
            <a:extLst xmlns:a="http://schemas.openxmlformats.org/drawingml/2006/main">
              <a:ext uri="{FF2B5EF4-FFF2-40B4-BE49-F238E27FC236}">
                <a16:creationId xmlns:a16="http://schemas.microsoft.com/office/drawing/2014/main" id="{E1B3A132-5950-4437-A5A0-A3364102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9525">
            <a:solidFill>
              <a:srgbClr val="7030A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37" name="direction-02-heading">
            <a:extLst xmlns:a="http://schemas.openxmlformats.org/drawingml/2006/main">
              <a:ext uri="{FF2B5EF4-FFF2-40B4-BE49-F238E27FC236}">
                <a16:creationId xmlns:a16="http://schemas.microsoft.com/office/drawing/2014/main" id="{4757992F-577B-4107-8C3C-FEFF7200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36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8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rPr>
              <a:t>DIRECTION 02</a:t>
            </a:r>
          </a:p>
        </p:txBody>
      </p:sp>
      <p:sp>
        <p:nvSpPr>
          <p:cNvPr id="38" name="direction-02-descriptor">
            <a:extLst xmlns:a="http://schemas.openxmlformats.org/drawingml/2006/main">
              <a:ext uri="{FF2B5EF4-FFF2-40B4-BE49-F238E27FC236}">
                <a16:creationId xmlns:a16="http://schemas.microsoft.com/office/drawing/2014/main" id="{BF4D515E-EA08-4B72-9B32-A4DCECAF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3847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200" b="0">
                <a:solidFill>
                  <a:srgbClr val="746C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46C79"/>
                </a:solidFill>
                <a:latin typeface="Aptos"/>
                <a:ea typeface="Aptos"/>
                <a:cs typeface="Aptos"/>
              </a:rPr>
              <a:t>Short supporting lens</a:t>
            </a:r>
          </a:p>
        </p:txBody>
      </p:sp>
      <p:sp>
        <p:nvSpPr>
          <p:cNvPr id="39" name="direction-02-accent">
            <a:extLst xmlns:a="http://schemas.openxmlformats.org/drawingml/2006/main">
              <a:ext uri="{FF2B5EF4-FFF2-40B4-BE49-F238E27FC236}">
                <a16:creationId xmlns:a16="http://schemas.microsoft.com/office/drawing/2014/main" id="{47F2F5F1-DEC0-4A15-94D4-480BB010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147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irection-03-number-marker">
            <a:extLst xmlns:a="http://schemas.openxmlformats.org/drawingml/2006/main">
              <a:ext uri="{FF2B5EF4-FFF2-40B4-BE49-F238E27FC236}">
                <a16:creationId xmlns:a16="http://schemas.microsoft.com/office/drawing/2014/main" id="{2E88BD4C-C0B6-40AF-BFA6-D3926699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14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9525">
            <a:solidFill>
              <a:srgbClr val="7030A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41" name="direction-03-heading">
            <a:extLst xmlns:a="http://schemas.openxmlformats.org/drawingml/2006/main">
              <a:ext uri="{FF2B5EF4-FFF2-40B4-BE49-F238E27FC236}">
                <a16:creationId xmlns:a16="http://schemas.microsoft.com/office/drawing/2014/main" id="{FE5685EB-F8AC-476B-B4D8-2350EB1D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48125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8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rPr>
              <a:t>DIRECTION 03</a:t>
            </a:r>
          </a:p>
        </p:txBody>
      </p:sp>
      <p:sp>
        <p:nvSpPr>
          <p:cNvPr id="42" name="direction-03-descriptor">
            <a:extLst xmlns:a="http://schemas.openxmlformats.org/drawingml/2006/main">
              <a:ext uri="{FF2B5EF4-FFF2-40B4-BE49-F238E27FC236}">
                <a16:creationId xmlns:a16="http://schemas.microsoft.com/office/drawing/2014/main" id="{BB31ECA9-1DDB-425E-B7F0-FAFF6993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2400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200" b="0">
                <a:solidFill>
                  <a:srgbClr val="746C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46C79"/>
                </a:solidFill>
                <a:latin typeface="Aptos"/>
                <a:ea typeface="Aptos"/>
                <a:cs typeface="Aptos"/>
              </a:rPr>
              <a:t>Short supporting lens</a:t>
            </a:r>
          </a:p>
        </p:txBody>
      </p:sp>
      <p:sp>
        <p:nvSpPr>
          <p:cNvPr id="43" name="direction-03-accent">
            <a:extLst xmlns:a="http://schemas.openxmlformats.org/drawingml/2006/main">
              <a:ext uri="{FF2B5EF4-FFF2-40B4-BE49-F238E27FC236}">
                <a16:creationId xmlns:a16="http://schemas.microsoft.com/office/drawing/2014/main" id="{08074AC2-A501-4C08-99DC-28650F6F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291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irection-04-number-marker">
            <a:extLst xmlns:a="http://schemas.openxmlformats.org/drawingml/2006/main">
              <a:ext uri="{FF2B5EF4-FFF2-40B4-BE49-F238E27FC236}">
                <a16:creationId xmlns:a16="http://schemas.microsoft.com/office/drawing/2014/main" id="{606AEBAC-6C8D-4117-B059-1713E950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85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9525">
            <a:solidFill>
              <a:srgbClr val="7030A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45" name="direction-04-heading">
            <a:extLst xmlns:a="http://schemas.openxmlformats.org/drawingml/2006/main">
              <a:ext uri="{FF2B5EF4-FFF2-40B4-BE49-F238E27FC236}">
                <a16:creationId xmlns:a16="http://schemas.microsoft.com/office/drawing/2014/main" id="{77256F72-A85E-4CC3-9E18-BD522574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192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rPr>
              <a:t>DIRECTION 04</a:t>
            </a:r>
          </a:p>
        </p:txBody>
      </p:sp>
      <p:sp>
        <p:nvSpPr>
          <p:cNvPr id="46" name="direction-04-descriptor">
            <a:extLst xmlns:a="http://schemas.openxmlformats.org/drawingml/2006/main">
              <a:ext uri="{FF2B5EF4-FFF2-40B4-BE49-F238E27FC236}">
                <a16:creationId xmlns:a16="http://schemas.microsoft.com/office/drawing/2014/main" id="{73708702-9E29-4F5B-AFDF-37F98053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24025"/>
            <a:ext cx="209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746C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46C79"/>
                </a:solidFill>
                <a:latin typeface="Aptos"/>
                <a:ea typeface="Aptos"/>
                <a:cs typeface="Aptos"/>
              </a:rPr>
              <a:t>Short supporting lens</a:t>
            </a:r>
          </a:p>
        </p:txBody>
      </p:sp>
      <p:sp>
        <p:nvSpPr>
          <p:cNvPr id="47" name="direction-04-accent">
            <a:extLst xmlns:a="http://schemas.openxmlformats.org/drawingml/2006/main">
              <a:ext uri="{FF2B5EF4-FFF2-40B4-BE49-F238E27FC236}">
                <a16:creationId xmlns:a16="http://schemas.microsoft.com/office/drawing/2014/main" id="{0835EF69-9D34-4F83-BAEE-BC0AF830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02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irection-05-number-marker">
            <a:extLst xmlns:a="http://schemas.openxmlformats.org/drawingml/2006/main">
              <a:ext uri="{FF2B5EF4-FFF2-40B4-BE49-F238E27FC236}">
                <a16:creationId xmlns:a16="http://schemas.microsoft.com/office/drawing/2014/main" id="{3ABF6076-5EFC-4FE4-A950-15B9A2C2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00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9525">
            <a:solidFill>
              <a:srgbClr val="7030A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49" name="direction-05-heading">
            <a:extLst xmlns:a="http://schemas.openxmlformats.org/drawingml/2006/main">
              <a:ext uri="{FF2B5EF4-FFF2-40B4-BE49-F238E27FC236}">
                <a16:creationId xmlns:a16="http://schemas.microsoft.com/office/drawing/2014/main" id="{3CA0C49C-3CE2-4F6A-87E3-7E37905D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336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rPr>
              <a:t>DIRECTION 05</a:t>
            </a:r>
          </a:p>
        </p:txBody>
      </p:sp>
      <p:sp>
        <p:nvSpPr>
          <p:cNvPr id="50" name="direction-05-descriptor">
            <a:extLst xmlns:a="http://schemas.openxmlformats.org/drawingml/2006/main">
              <a:ext uri="{FF2B5EF4-FFF2-40B4-BE49-F238E27FC236}">
                <a16:creationId xmlns:a16="http://schemas.microsoft.com/office/drawing/2014/main" id="{91FAA55D-354B-4FFB-8A52-9719DD99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384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746C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46C79"/>
                </a:solidFill>
                <a:latin typeface="Aptos"/>
                <a:ea typeface="Aptos"/>
                <a:cs typeface="Aptos"/>
              </a:rPr>
              <a:t>Short supporting lens</a:t>
            </a:r>
          </a:p>
        </p:txBody>
      </p:sp>
      <p:sp>
        <p:nvSpPr>
          <p:cNvPr id="51" name="direction-05-accent">
            <a:extLst xmlns:a="http://schemas.openxmlformats.org/drawingml/2006/main">
              <a:ext uri="{FF2B5EF4-FFF2-40B4-BE49-F238E27FC236}">
                <a16:creationId xmlns:a16="http://schemas.microsoft.com/office/drawing/2014/main" id="{06DAA89E-32C9-40CD-96FF-FEB135FA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147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irection-06-number-marker">
            <a:extLst xmlns:a="http://schemas.openxmlformats.org/drawingml/2006/main">
              <a:ext uri="{FF2B5EF4-FFF2-40B4-BE49-F238E27FC236}">
                <a16:creationId xmlns:a16="http://schemas.microsoft.com/office/drawing/2014/main" id="{88241568-6078-4816-B88F-F4F04C34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14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9525">
            <a:solidFill>
              <a:srgbClr val="7030A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3" name="direction-06-heading">
            <a:extLst xmlns:a="http://schemas.openxmlformats.org/drawingml/2006/main">
              <a:ext uri="{FF2B5EF4-FFF2-40B4-BE49-F238E27FC236}">
                <a16:creationId xmlns:a16="http://schemas.microsoft.com/office/drawing/2014/main" id="{827C9901-E85B-4357-84B6-27E47B47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48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E173D"/>
                </a:solidFill>
                <a:latin typeface="Aptos Display"/>
                <a:ea typeface="Aptos Display"/>
                <a:cs typeface="Aptos Display"/>
              </a:rPr>
              <a:t>DIRECTION 06</a:t>
            </a:r>
          </a:p>
        </p:txBody>
      </p:sp>
      <p:sp>
        <p:nvSpPr>
          <p:cNvPr id="54" name="direction-06-descriptor">
            <a:extLst xmlns:a="http://schemas.openxmlformats.org/drawingml/2006/main">
              <a:ext uri="{FF2B5EF4-FFF2-40B4-BE49-F238E27FC236}">
                <a16:creationId xmlns:a16="http://schemas.microsoft.com/office/drawing/2014/main" id="{A5B367B3-6037-48D8-B92A-1BC6C413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52925"/>
            <a:ext cx="209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746C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46C79"/>
                </a:solidFill>
                <a:latin typeface="Aptos"/>
                <a:ea typeface="Aptos"/>
                <a:cs typeface="Aptos"/>
              </a:rPr>
              <a:t>Short supporting lens</a:t>
            </a:r>
          </a:p>
        </p:txBody>
      </p:sp>
      <p:sp>
        <p:nvSpPr>
          <p:cNvPr id="55" name="direction-06-accent">
            <a:extLst xmlns:a="http://schemas.openxmlformats.org/drawingml/2006/main">
              <a:ext uri="{FF2B5EF4-FFF2-40B4-BE49-F238E27FC236}">
                <a16:creationId xmlns:a16="http://schemas.microsoft.com/office/drawing/2014/main" id="{918EE38F-6790-43A0-A83C-63E881A9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291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enter-halo">
            <a:extLst xmlns:a="http://schemas.openxmlformats.org/drawingml/2006/main">
              <a:ext uri="{FF2B5EF4-FFF2-40B4-BE49-F238E27FC236}">
                <a16:creationId xmlns:a16="http://schemas.microsoft.com/office/drawing/2014/main" id="{C4433763-E660-430F-9D16-010EAB8B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81225"/>
            <a:ext cx="2057400" cy="2057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FF99">
                <a:alpha val="52000"/>
              </a:srgbClr>
            </a:solidFill>
            <a:prstDash val="solid"/>
          </a:ln>
        </p:spPr>
      </p:sp>
      <p:sp>
        <p:nvSpPr>
          <p:cNvPr id="57" name="center-word-node">
            <a:extLst xmlns:a="http://schemas.openxmlformats.org/drawingml/2006/main">
              <a:ext uri="{FF2B5EF4-FFF2-40B4-BE49-F238E27FC236}">
                <a16:creationId xmlns:a16="http://schemas.microsoft.com/office/drawing/2014/main" id="{EB9BD0D5-3ABC-4AC5-9057-DB3BC78E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05050"/>
            <a:ext cx="1809750" cy="1809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030A0"/>
              </a:gs>
              <a:gs pos="100000">
                <a:srgbClr val="552178"/>
              </a:gs>
            </a:gsLst>
            <a:lin ang="8100000"/>
          </a:gradFill>
          <a:ln xmlns:a="http://schemas.openxmlformats.org/drawingml/2006/main" w="38100">
            <a:solidFill>
              <a:srgbClr val="66FF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lIns="133350" tIns="142875" rIns="133350" bIns="1428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6FF99"/>
                </a:solidFill>
                <a:latin typeface="Aptos Display"/>
                <a:ea typeface="Aptos Display"/>
                <a:cs typeface="Aptos Display"/>
              </a:rPr>
              <a:t>CORE IDEA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NEXUS</a:t>
            </a:r>
          </a:p>
        </p:txBody>
      </p:sp>
      <p:sp>
        <p:nvSpPr>
          <p:cNvPr id="58" name="priority-shadow-field">
            <a:extLst xmlns:a="http://schemas.openxmlformats.org/drawingml/2006/main">
              <a:ext uri="{FF2B5EF4-FFF2-40B4-BE49-F238E27FC236}">
                <a16:creationId xmlns:a16="http://schemas.microsoft.com/office/drawing/2014/main" id="{069EE5E5-2EC8-4BE8-9057-6D167F89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372100"/>
            <a:ext cx="4057650" cy="1028700"/>
          </a:xfrm>
          <a:prstGeom xmlns:a="http://schemas.openxmlformats.org/drawingml/2006/main" prst="roundRect">
            <a:avLst>
              <a:gd name="adj" fmla="val 20370"/>
            </a:avLst>
          </a:prstGeom>
          <a:solidFill xmlns:a="http://schemas.openxmlformats.org/drawingml/2006/main">
            <a:srgbClr val="7030A0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riority-card">
            <a:extLst xmlns:a="http://schemas.openxmlformats.org/drawingml/2006/main">
              <a:ext uri="{FF2B5EF4-FFF2-40B4-BE49-F238E27FC236}">
                <a16:creationId xmlns:a16="http://schemas.microsoft.com/office/drawing/2014/main" id="{6509D3F2-8B3F-4499-910E-750CF327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486400"/>
            <a:ext cx="3829050" cy="819150"/>
          </a:xfrm>
          <a:prstGeom xmlns:a="http://schemas.openxmlformats.org/drawingml/2006/main" prst="roundRect">
            <a:avLst>
              <a:gd name="adj" fmla="val 22093"/>
            </a:avLst>
          </a:prstGeom>
          <a:gradFill xmlns:a="http://schemas.openxmlformats.org/drawingml/2006/main">
            <a:gsLst>
              <a:gs pos="0">
                <a:srgbClr val="7030A0"/>
              </a:gs>
              <a:gs pos="100000">
                <a:srgbClr val="5C2482"/>
              </a:gs>
            </a:gsLst>
            <a:lin ang="0"/>
          </a:gradFill>
          <a:ln xmlns:a="http://schemas.openxmlformats.org/drawingml/2006/main" w="28575">
            <a:solidFill>
              <a:srgbClr val="66FF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60" name="direction-07-number-marker">
            <a:extLst xmlns:a="http://schemas.openxmlformats.org/drawingml/2006/main">
              <a:ext uri="{FF2B5EF4-FFF2-40B4-BE49-F238E27FC236}">
                <a16:creationId xmlns:a16="http://schemas.microsoft.com/office/drawing/2014/main" id="{EB7B92A9-FD6B-4A00-9241-C7FBFEDC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619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9525">
            <a:solidFill>
              <a:srgbClr val="66FF9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030A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7030A0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61" name="priority-eyebrow">
            <a:extLst xmlns:a="http://schemas.openxmlformats.org/drawingml/2006/main">
              <a:ext uri="{FF2B5EF4-FFF2-40B4-BE49-F238E27FC236}">
                <a16:creationId xmlns:a16="http://schemas.microsoft.com/office/drawing/2014/main" id="{A2A286F5-09B8-452B-85F2-526BE770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610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00" b="1">
                <a:solidFill>
                  <a:srgbClr val="66FF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FF99"/>
                </a:solidFill>
                <a:latin typeface="Aptos"/>
                <a:ea typeface="Aptos"/>
                <a:cs typeface="Aptos"/>
              </a:rPr>
              <a:t>PRIORITY DIRECTION</a:t>
            </a:r>
          </a:p>
        </p:txBody>
      </p:sp>
      <p:sp>
        <p:nvSpPr>
          <p:cNvPr id="62" name="priority-heading">
            <a:extLst xmlns:a="http://schemas.openxmlformats.org/drawingml/2006/main">
              <a:ext uri="{FF2B5EF4-FFF2-40B4-BE49-F238E27FC236}">
                <a16:creationId xmlns:a16="http://schemas.microsoft.com/office/drawing/2014/main" id="{86820C8F-0A51-4BA0-9B75-DD15E4F4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7912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MAKE IT UNMISSABLE</a:t>
            </a:r>
          </a:p>
        </p:txBody>
      </p:sp>
      <p:sp>
        <p:nvSpPr>
          <p:cNvPr id="63" name="priority-edge">
            <a:extLst xmlns:a="http://schemas.openxmlformats.org/drawingml/2006/main">
              <a:ext uri="{FF2B5EF4-FFF2-40B4-BE49-F238E27FC236}">
                <a16:creationId xmlns:a16="http://schemas.microsoft.com/office/drawing/2014/main" id="{AF1DA96F-1232-4F1A-B792-6156BECE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63880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F9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3487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28575" dir="5400000">
              <a:srgbClr val="7030A0">
                <a:alpha val="18000"/>
              </a:srgbClr>
            </a:outerShdw>
          </a:effectLst>
        </a:effectStyle>
        <a:effectStyle>
          <a:effectLst>
            <a:outerShdw blurRad="76200" dist="28575" dir="5400000">
              <a:srgbClr val="7030A0">
                <a:alpha val="20000"/>
              </a:srgbClr>
            </a:outerShdw>
          </a:effectLst>
        </a:effectStyle>
        <a:effectStyle>
          <a:effectLst>
            <a:outerShdw blurRad="95250" dist="38100" dir="5400000">
              <a:srgbClr val="7030A0">
                <a:alpha val="16000"/>
              </a:srgbClr>
            </a:outerShdw>
          </a:effectLst>
        </a:effectStyle>
        <a:effectStyle>
          <a:effectLst>
            <a:outerShdw blurRad="247650" dist="114300" dir="5400000">
              <a:srgbClr val="7030A0">
                <a:alpha val="24000"/>
              </a:srgbClr>
            </a:outerShdw>
          </a:effectLst>
        </a:effectStyle>
        <a:effectStyle>
          <a:effectLst>
            <a:outerShdw blurRad="209550" dist="95250" dir="5400000">
              <a:srgbClr val="7030A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2026-08-15T18:15:58.4110000Z</dcterms:created>
  <dcterms:modified xsi:type="dcterms:W3CDTF">2026-08-15T18:15:58.4110000Z</dcterms:modified>
</coreProperties>
</file>