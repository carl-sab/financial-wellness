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1c6c8cbd5f2241e2" /><Relationship Type="http://schemas.openxmlformats.org/officeDocument/2006/relationships/extended-properties" Target="/docProps/app.xml" Id="Re62c587f2be94869" /><Relationship Type="http://schemas.openxmlformats.org/officeDocument/2006/relationships/officeDocument" Target="/ppt/presentation.xml" Id="R03defd3cfa9f4316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53e565c73a9b4f94"/>
  </p:sldMasterIdLst>
  <p:notesMasterIdLst>
    <p:notesMasterId xmlns:r="http://schemas.openxmlformats.org/officeDocument/2006/relationships" r:id="R1c6d97861d9f465a"/>
  </p:notesMasterIdLst>
  <p:sldIdLst>
    <p:sldId xmlns:r="http://schemas.openxmlformats.org/officeDocument/2006/relationships" id="256" r:id="R3adb471837244fc0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78fb1b45ab8b4565" /><Relationship Type="http://schemas.openxmlformats.org/officeDocument/2006/relationships/slideMaster" Target="/ppt/slideMasters/slideMaster1.xml" Id="R53e565c73a9b4f94" /><Relationship Type="http://schemas.openxmlformats.org/officeDocument/2006/relationships/notesMaster" Target="/ppt/notesMasters/notesMaster1.xml" Id="R1c6d97861d9f465a" /><Relationship Type="http://schemas.openxmlformats.org/officeDocument/2006/relationships/presProps" Target="/ppt/presProps.xml" Id="Rf17ed3386c914b47" /><Relationship Type="http://schemas.openxmlformats.org/officeDocument/2006/relationships/tableStyles" Target="/ppt/tableStyles.xml" Id="Rcb00ab50cdbe4da8" /><Relationship Type="http://schemas.openxmlformats.org/officeDocument/2006/relationships/slide" Target="/ppt/slides/slide1.xml" Id="R3adb471837244fc0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1af618bfc36149a1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  <a:effectStyle>
          <a:effectLst>
            <a:outerShdw blurRad="361950" dist="152400" dir="5400000">
              <a:srgbClr val="000000">
                <a:alpha val="40000"/>
              </a:srgbClr>
            </a:outerShdw>
          </a:effectLst>
        </a:effectStyle>
        <a:effectStyle>
          <a:effectLst>
            <a:outerShdw blurRad="323850" dist="114300" dir="5400000">
              <a:srgbClr val="66FF99">
                <a:alpha val="18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3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7b89e1f76f814cfa" /><Relationship Type="http://schemas.openxmlformats.org/officeDocument/2006/relationships/notesMaster" Target="/ppt/notesMasters/notesMaster1.xml" Id="R548cb0bb852140fb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Template usage: Replace NEXUS, DIRECTION 01–06, and the priority direction. Keep the seventh path at bottom center to preserve the intended emphasis.</a:t>
            </a:r>
          </a:p>
          <a:p xmlns:a="http://schemas.openxmlformats.org/drawingml/2006/main">
            <a:r>
              <a:t>Color system: primary mint #66FF99; primary purple #7030A0; neutral tones support contrast.</a:t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No external sources or assets; original editable layout.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549ef57d47d4755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bf586972258f4132" /><Relationship Type="http://schemas.openxmlformats.org/officeDocument/2006/relationships/slideLayout" Target="/ppt/slideLayouts/slideLayout1.xml" Id="Rfc70217877914ad5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fc70217877914ad5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  <a:effectStyle>
          <a:effectLst>
            <a:outerShdw blurRad="361950" dist="152400" dir="5400000">
              <a:srgbClr val="000000">
                <a:alpha val="40000"/>
              </a:srgbClr>
            </a:outerShdw>
          </a:effectLst>
        </a:effectStyle>
        <a:effectStyle>
          <a:effectLst>
            <a:outerShdw blurRad="323850" dist="114300" dir="5400000">
              <a:srgbClr val="66FF99">
                <a:alpha val="18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3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a40ffa32cf8479e" /><Relationship Type="http://schemas.openxmlformats.org/officeDocument/2006/relationships/notesSlide" Target="/ppt/notesSlides/notesSlide1.xml" Id="R2b1ee26baa3d4997" /></Relationships>
</file>

<file path=ppt/slides/slide1.xml><?xml version="1.0" encoding="utf-8"?>
<p:sld xmlns:p="http://schemas.openxmlformats.org/presentationml/2006/main">
  <p:cSld>
    <p:bg>
      <p:bgPr>
        <a:gradFill xmlns:a="http://schemas.openxmlformats.org/drawingml/2006/main">
          <a:gsLst>
            <a:gs pos="0">
              <a:srgbClr val="0F0914"/>
            </a:gs>
            <a:gs pos="58000">
              <a:srgbClr val="18101D"/>
            </a:gs>
            <a:gs pos="100000">
              <a:srgbClr val="0B0810"/>
            </a:gs>
          </a:gsLst>
          <a:lin ang="8100000"/>
        </a:gra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2" name="title-accent">
            <a:extLst xmlns:a="http://schemas.openxmlformats.org/drawingml/2006/main">
              <a:ext uri="{FF2B5EF4-FFF2-40B4-BE49-F238E27FC236}">
                <a16:creationId xmlns:a16="http://schemas.microsoft.com/office/drawing/2014/main" id="{AE813D55-83D9-4D24-9063-5173D1BC03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95300"/>
            <a:ext cx="571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6FF9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8C07FFB2-0FCD-4875-8D0B-64A487E6FD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66725"/>
            <a:ext cx="6667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6000"/>
              </a:lnSpc>
              <a:buNone/>
              <a:defRPr sz="2700" b="1">
                <a:solidFill>
                  <a:srgbClr val="F9F5FC"/>
                </a:solidFill>
                <a:latin typeface="Aptos Display"/>
                <a:ea typeface="Aptos Display"/>
                <a:cs typeface="Aptos Display"/>
              </a:defRPr>
            </a:pPr>
            <a:r>
              <a:rPr sz="2700" b="1">
                <a:solidFill>
                  <a:srgbClr val="F9F5FC"/>
                </a:solidFill>
                <a:latin typeface="Aptos Display"/>
                <a:ea typeface="Aptos Display"/>
                <a:cs typeface="Aptos Display"/>
              </a:rPr>
              <a:t>Seven ways to frame one idea</a:t>
            </a:r>
          </a:p>
        </p:txBody>
      </p:sp>
      <p:sp>
        <p:nvSpPr>
          <p:cNvPr id="3" name="slide-kicker">
            <a:extLst xmlns:a="http://schemas.openxmlformats.org/drawingml/2006/main">
              <a:ext uri="{FF2B5EF4-FFF2-40B4-BE49-F238E27FC236}">
                <a16:creationId xmlns:a16="http://schemas.microsoft.com/office/drawing/2014/main" id="{7ECEC4AB-7034-48C1-AE88-8586DBE858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91600" y="590550"/>
            <a:ext cx="26098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96000"/>
              </a:lnSpc>
              <a:buNone/>
              <a:defRPr sz="1200" b="1">
                <a:solidFill>
                  <a:srgbClr val="66FF99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66FF99"/>
                </a:solidFill>
                <a:latin typeface="Aptos"/>
                <a:ea typeface="Aptos"/>
                <a:cs typeface="Aptos"/>
              </a:rPr>
              <a:t>RADIAL PRIORITY MAP  •  01</a:t>
            </a:r>
          </a:p>
        </p:txBody>
      </p:sp>
      <p:sp>
        <p:nvSpPr>
          <p:cNvPr id="4" name="header-rule">
            <a:extLst xmlns:a="http://schemas.openxmlformats.org/drawingml/2006/main">
              <a:ext uri="{FF2B5EF4-FFF2-40B4-BE49-F238E27FC236}">
                <a16:creationId xmlns:a16="http://schemas.microsoft.com/office/drawing/2014/main" id="{ADF96F29-3D1A-426A-AC87-B7684E0165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066800"/>
            <a:ext cx="11010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030A0">
              <a:alpha val="32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radial-glow">
            <a:extLst xmlns:a="http://schemas.openxmlformats.org/drawingml/2006/main">
              <a:ext uri="{FF2B5EF4-FFF2-40B4-BE49-F238E27FC236}">
                <a16:creationId xmlns:a16="http://schemas.microsoft.com/office/drawing/2014/main" id="{F0202920-6A6F-4F3B-A713-FE16B79AA3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81450" y="1438275"/>
            <a:ext cx="4229100" cy="4229100"/>
          </a:xfrm>
          <a:prstGeom xmlns:a="http://schemas.openxmlformats.org/drawingml/2006/main" prst="ellipse">
            <a:avLst/>
          </a:prstGeom>
          <a:gradFill xmlns:a="http://schemas.openxmlformats.org/drawingml/2006/main">
            <a:gsLst>
              <a:gs pos="0">
                <a:srgbClr val="7030A0">
                  <a:alpha val="24000"/>
                </a:srgbClr>
              </a:gs>
              <a:gs pos="56000">
                <a:srgbClr val="7030A0">
                  <a:alpha val="8000"/>
                </a:srgbClr>
              </a:gs>
              <a:gs pos="100000">
                <a:srgbClr val="7030A0">
                  <a:alpha val="0"/>
                </a:srgbClr>
              </a:gs>
            </a:gsLst>
            <a:path path="shape"/>
          </a:gradFill>
          <a:ln xmlns:a="http://schemas.openxmlformats.org/drawingml/2006/main" w="0">
            <a:noFill/>
            <a:prstDash val="solid"/>
          </a:ln>
        </p:spPr>
      </p:sp>
      <p:sp>
        <p:nvSpPr>
          <p:cNvPr id="6" name="outer-orbit">
            <a:extLst xmlns:a="http://schemas.openxmlformats.org/drawingml/2006/main">
              <a:ext uri="{FF2B5EF4-FFF2-40B4-BE49-F238E27FC236}">
                <a16:creationId xmlns:a16="http://schemas.microsoft.com/office/drawing/2014/main" id="{CEDFA19D-CE6C-4B2D-9B76-BD20F8F7EE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8150" y="1695450"/>
            <a:ext cx="3695700" cy="369570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7030A0">
                <a:alpha val="28000"/>
              </a:srgbClr>
            </a:solidFill>
            <a:prstDash val="dash"/>
          </a:ln>
        </p:spPr>
      </p:sp>
      <p:sp>
        <p:nvSpPr>
          <p:cNvPr id="7" name="inner-orbit">
            <a:extLst xmlns:a="http://schemas.openxmlformats.org/drawingml/2006/main">
              <a:ext uri="{FF2B5EF4-FFF2-40B4-BE49-F238E27FC236}">
                <a16:creationId xmlns:a16="http://schemas.microsoft.com/office/drawing/2014/main" id="{DCA690B5-79D5-48C1-9905-569994DAF9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2152650"/>
            <a:ext cx="2781300" cy="278130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66FF99">
                <a:alpha val="18000"/>
              </a:srgbClr>
            </a:solidFill>
            <a:prstDash val="solid"/>
          </a:ln>
        </p:spPr>
      </p:sp>
      <p:sp>
        <p:nvSpPr>
          <p:cNvPr id="8" name="center-routing-anchor">
            <a:extLst xmlns:a="http://schemas.openxmlformats.org/drawingml/2006/main">
              <a:ext uri="{FF2B5EF4-FFF2-40B4-BE49-F238E27FC236}">
                <a16:creationId xmlns:a16="http://schemas.microsoft.com/office/drawing/2014/main" id="{9A95C16F-8F20-49D1-A900-4171A292BD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57775" y="2447925"/>
            <a:ext cx="2076450" cy="2076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direction-01-anchor">
            <a:extLst xmlns:a="http://schemas.openxmlformats.org/drawingml/2006/main">
              <a:ext uri="{FF2B5EF4-FFF2-40B4-BE49-F238E27FC236}">
                <a16:creationId xmlns:a16="http://schemas.microsoft.com/office/drawing/2014/main" id="{545DC4E2-BB60-4B30-9896-7655E028E9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95650" y="1819275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direction-02-anchor">
            <a:extLst xmlns:a="http://schemas.openxmlformats.org/drawingml/2006/main">
              <a:ext uri="{FF2B5EF4-FFF2-40B4-BE49-F238E27FC236}">
                <a16:creationId xmlns:a16="http://schemas.microsoft.com/office/drawing/2014/main" id="{ABD30281-9D6B-4AB1-BCA2-1E198050D0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67050" y="3152775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direction-03-anchor">
            <a:extLst xmlns:a="http://schemas.openxmlformats.org/drawingml/2006/main">
              <a:ext uri="{FF2B5EF4-FFF2-40B4-BE49-F238E27FC236}">
                <a16:creationId xmlns:a16="http://schemas.microsoft.com/office/drawing/2014/main" id="{41BB8E33-561E-4FF7-84D8-E547CEA092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4486275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direction-04-anchor">
            <a:extLst xmlns:a="http://schemas.openxmlformats.org/drawingml/2006/main">
              <a:ext uri="{FF2B5EF4-FFF2-40B4-BE49-F238E27FC236}">
                <a16:creationId xmlns:a16="http://schemas.microsoft.com/office/drawing/2014/main" id="{0AD755FB-F6D1-4636-97AB-7DEA6908F4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9200" y="1819275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direction-05-anchor">
            <a:extLst xmlns:a="http://schemas.openxmlformats.org/drawingml/2006/main">
              <a:ext uri="{FF2B5EF4-FFF2-40B4-BE49-F238E27FC236}">
                <a16:creationId xmlns:a16="http://schemas.microsoft.com/office/drawing/2014/main" id="{ABE3CAC2-AFC8-4ADC-875E-2E0FE1922F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3152775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direction-06-anchor">
            <a:extLst xmlns:a="http://schemas.openxmlformats.org/drawingml/2006/main">
              <a:ext uri="{FF2B5EF4-FFF2-40B4-BE49-F238E27FC236}">
                <a16:creationId xmlns:a16="http://schemas.microsoft.com/office/drawing/2014/main" id="{1C0B9D47-8F91-4C53-BBBD-C7755945F4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1100" y="4486275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priority-routing-anchor">
            <a:extLst xmlns:a="http://schemas.openxmlformats.org/drawingml/2006/main">
              <a:ext uri="{FF2B5EF4-FFF2-40B4-BE49-F238E27FC236}">
                <a16:creationId xmlns:a16="http://schemas.microsoft.com/office/drawing/2014/main" id="{854959AD-DB44-4515-9A27-49E0019B97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7900" y="5153025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noFill/>
            <a:prstDash val="solid"/>
          </a:ln>
        </p:spPr>
      </p:sp>
      <p:cxnSp>
        <p:nvCxnSpPr>
          <p:cNvPr id="77" name=""/>
          <p:cNvCxnSpPr>
            <a:stCxn xmlns:a="http://schemas.openxmlformats.org/drawingml/2006/main" id="8" idx="2"/>
            <a:endCxn xmlns:a="http://schemas.openxmlformats.org/drawingml/2006/main" id="9" idx="6"/>
          </p:cNvCxnSpPr>
          <p:nvPr/>
        </p:nvCxnSpPr>
        <p:spPr>
          <a:xfrm xmlns:a="http://schemas.openxmlformats.org/drawingml/2006/main" flipH="1" flipV="1">
            <a:off x="3371850" y="1857375"/>
            <a:ext cx="1685925" cy="1628775"/>
          </a:xfrm>
          <a:prstGeom xmlns:a="http://schemas.openxmlformats.org/drawingml/2006/main" prst="straightConnector1">
            <a:avLst/>
          </a:prstGeom>
          <a:ln xmlns:a="http://schemas.openxmlformats.org/drawingml/2006/main" w="19050" cap="rnd">
            <a:solidFill>
              <a:srgbClr val="7030A0">
                <a:alpha val="68000"/>
              </a:srgbClr>
            </a:solidFill>
            <a:prstDash val="solid"/>
            <a:headEnd type="triangle" w="sm" len="sm"/>
          </a:ln>
        </p:spPr>
      </p:cxnSp>
      <p:cxnSp>
        <p:nvCxnSpPr>
          <p:cNvPr id="78" name=""/>
          <p:cNvCxnSpPr>
            <a:stCxn xmlns:a="http://schemas.openxmlformats.org/drawingml/2006/main" id="8" idx="2"/>
            <a:endCxn xmlns:a="http://schemas.openxmlformats.org/drawingml/2006/main" id="10" idx="6"/>
          </p:cNvCxnSpPr>
          <p:nvPr/>
        </p:nvCxnSpPr>
        <p:spPr>
          <a:xfrm xmlns:a="http://schemas.openxmlformats.org/drawingml/2006/main" flipH="1" flipV="1">
            <a:off x="3143250" y="3190875"/>
            <a:ext cx="1914525" cy="295275"/>
          </a:xfrm>
          <a:prstGeom xmlns:a="http://schemas.openxmlformats.org/drawingml/2006/main" prst="straightConnector1">
            <a:avLst/>
          </a:prstGeom>
          <a:ln xmlns:a="http://schemas.openxmlformats.org/drawingml/2006/main" w="19050" cap="rnd">
            <a:solidFill>
              <a:srgbClr val="7030A0">
                <a:alpha val="68000"/>
              </a:srgbClr>
            </a:solidFill>
            <a:prstDash val="solid"/>
            <a:headEnd type="triangle" w="sm" len="sm"/>
          </a:ln>
        </p:spPr>
      </p:cxnSp>
      <p:cxnSp>
        <p:nvCxnSpPr>
          <p:cNvPr id="79" name=""/>
          <p:cNvCxnSpPr>
            <a:stCxn xmlns:a="http://schemas.openxmlformats.org/drawingml/2006/main" id="8" idx="2"/>
            <a:endCxn xmlns:a="http://schemas.openxmlformats.org/drawingml/2006/main" id="11" idx="6"/>
          </p:cNvCxnSpPr>
          <p:nvPr/>
        </p:nvCxnSpPr>
        <p:spPr>
          <a:xfrm xmlns:a="http://schemas.openxmlformats.org/drawingml/2006/main" flipH="1">
            <a:off x="3409950" y="3486150"/>
            <a:ext cx="1647825" cy="1038225"/>
          </a:xfrm>
          <a:prstGeom xmlns:a="http://schemas.openxmlformats.org/drawingml/2006/main" prst="straightConnector1">
            <a:avLst/>
          </a:prstGeom>
          <a:ln xmlns:a="http://schemas.openxmlformats.org/drawingml/2006/main" w="19050" cap="rnd">
            <a:solidFill>
              <a:srgbClr val="7030A0">
                <a:alpha val="68000"/>
              </a:srgbClr>
            </a:solidFill>
            <a:prstDash val="solid"/>
            <a:headEnd type="triangle" w="sm" len="sm"/>
          </a:ln>
        </p:spPr>
      </p:cxnSp>
      <p:cxnSp>
        <p:nvCxnSpPr>
          <p:cNvPr id="80" name=""/>
          <p:cNvCxnSpPr>
            <a:stCxn xmlns:a="http://schemas.openxmlformats.org/drawingml/2006/main" id="8" idx="6"/>
            <a:endCxn xmlns:a="http://schemas.openxmlformats.org/drawingml/2006/main" id="12" idx="2"/>
          </p:cNvCxnSpPr>
          <p:nvPr/>
        </p:nvCxnSpPr>
        <p:spPr>
          <a:xfrm xmlns:a="http://schemas.openxmlformats.org/drawingml/2006/main" flipV="1">
            <a:off x="7134225" y="1857375"/>
            <a:ext cx="1704975" cy="1628775"/>
          </a:xfrm>
          <a:prstGeom xmlns:a="http://schemas.openxmlformats.org/drawingml/2006/main" prst="straightConnector1">
            <a:avLst/>
          </a:prstGeom>
          <a:ln xmlns:a="http://schemas.openxmlformats.org/drawingml/2006/main" w="19050" cap="rnd">
            <a:solidFill>
              <a:srgbClr val="7030A0">
                <a:alpha val="68000"/>
              </a:srgbClr>
            </a:solidFill>
            <a:prstDash val="solid"/>
            <a:headEnd type="triangle" w="sm" len="sm"/>
          </a:ln>
        </p:spPr>
      </p:cxnSp>
      <p:cxnSp>
        <p:nvCxnSpPr>
          <p:cNvPr id="81" name=""/>
          <p:cNvCxnSpPr>
            <a:stCxn xmlns:a="http://schemas.openxmlformats.org/drawingml/2006/main" id="8" idx="6"/>
            <a:endCxn xmlns:a="http://schemas.openxmlformats.org/drawingml/2006/main" id="13" idx="2"/>
          </p:cNvCxnSpPr>
          <p:nvPr/>
        </p:nvCxnSpPr>
        <p:spPr>
          <a:xfrm xmlns:a="http://schemas.openxmlformats.org/drawingml/2006/main" flipV="1">
            <a:off x="7134225" y="3190875"/>
            <a:ext cx="1933575" cy="295275"/>
          </a:xfrm>
          <a:prstGeom xmlns:a="http://schemas.openxmlformats.org/drawingml/2006/main" prst="straightConnector1">
            <a:avLst/>
          </a:prstGeom>
          <a:ln xmlns:a="http://schemas.openxmlformats.org/drawingml/2006/main" w="19050" cap="rnd">
            <a:solidFill>
              <a:srgbClr val="7030A0">
                <a:alpha val="68000"/>
              </a:srgbClr>
            </a:solidFill>
            <a:prstDash val="solid"/>
            <a:headEnd type="triangle" w="sm" len="sm"/>
          </a:ln>
        </p:spPr>
      </p:cxnSp>
      <p:cxnSp>
        <p:nvCxnSpPr>
          <p:cNvPr id="82" name=""/>
          <p:cNvCxnSpPr>
            <a:stCxn xmlns:a="http://schemas.openxmlformats.org/drawingml/2006/main" id="8" idx="6"/>
            <a:endCxn xmlns:a="http://schemas.openxmlformats.org/drawingml/2006/main" id="14" idx="2"/>
          </p:cNvCxnSpPr>
          <p:nvPr/>
        </p:nvCxnSpPr>
        <p:spPr>
          <a:xfrm xmlns:a="http://schemas.openxmlformats.org/drawingml/2006/main">
            <a:off x="7134225" y="3486150"/>
            <a:ext cx="1666875" cy="1038225"/>
          </a:xfrm>
          <a:prstGeom xmlns:a="http://schemas.openxmlformats.org/drawingml/2006/main" prst="straightConnector1">
            <a:avLst/>
          </a:prstGeom>
          <a:ln xmlns:a="http://schemas.openxmlformats.org/drawingml/2006/main" w="19050" cap="rnd">
            <a:solidFill>
              <a:srgbClr val="7030A0">
                <a:alpha val="68000"/>
              </a:srgbClr>
            </a:solidFill>
            <a:prstDash val="solid"/>
            <a:headEnd type="triangle" w="sm" len="sm"/>
          </a:ln>
        </p:spPr>
      </p:cxnSp>
      <p:cxnSp>
        <p:nvCxnSpPr>
          <p:cNvPr id="83" name=""/>
          <p:cNvCxnSpPr>
            <a:stCxn xmlns:a="http://schemas.openxmlformats.org/drawingml/2006/main" id="8" idx="4"/>
            <a:endCxn xmlns:a="http://schemas.openxmlformats.org/drawingml/2006/main" id="15" idx="0"/>
          </p:cNvCxnSpPr>
          <p:nvPr/>
        </p:nvCxnSpPr>
        <p:spPr>
          <a:xfrm xmlns:a="http://schemas.openxmlformats.org/drawingml/2006/main">
            <a:off x="6096000" y="4524375"/>
            <a:ext cx="0" cy="628650"/>
          </a:xfrm>
          <a:prstGeom xmlns:a="http://schemas.openxmlformats.org/drawingml/2006/main" prst="straightConnector1">
            <a:avLst/>
          </a:prstGeom>
          <a:ln xmlns:a="http://schemas.openxmlformats.org/drawingml/2006/main" w="47625" cap="rnd">
            <a:solidFill>
              <a:srgbClr val="66FF99"/>
            </a:solidFill>
            <a:prstDash val="solid"/>
            <a:headEnd type="triangle" w="med" len="med"/>
          </a:ln>
        </p:spPr>
      </p:cxnSp>
      <p:sp>
        <p:nvSpPr>
          <p:cNvPr id="23" name="direction-01-endpoint">
            <a:extLst xmlns:a="http://schemas.openxmlformats.org/drawingml/2006/main">
              <a:ext uri="{FF2B5EF4-FFF2-40B4-BE49-F238E27FC236}">
                <a16:creationId xmlns:a16="http://schemas.microsoft.com/office/drawing/2014/main" id="{B8992DF8-9011-432B-B2C9-E5C3C0689C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67075" y="1790700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6FF99"/>
          </a:solidFill>
          <a:ln xmlns:a="http://schemas.openxmlformats.org/drawingml/2006/main" w="28575">
            <a:solidFill>
              <a:srgbClr val="0F0914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24" name="direction-02-endpoint">
            <a:extLst xmlns:a="http://schemas.openxmlformats.org/drawingml/2006/main">
              <a:ext uri="{FF2B5EF4-FFF2-40B4-BE49-F238E27FC236}">
                <a16:creationId xmlns:a16="http://schemas.microsoft.com/office/drawing/2014/main" id="{0F3077D8-DF54-4239-947B-78CC725E87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38475" y="3124200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6FF99"/>
          </a:solidFill>
          <a:ln xmlns:a="http://schemas.openxmlformats.org/drawingml/2006/main" w="28575">
            <a:solidFill>
              <a:srgbClr val="0F0914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25" name="direction-03-endpoint">
            <a:extLst xmlns:a="http://schemas.openxmlformats.org/drawingml/2006/main">
              <a:ext uri="{FF2B5EF4-FFF2-40B4-BE49-F238E27FC236}">
                <a16:creationId xmlns:a16="http://schemas.microsoft.com/office/drawing/2014/main" id="{C5B6092A-52B0-4672-9609-56C6EF421C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05175" y="4457700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6FF99"/>
          </a:solidFill>
          <a:ln xmlns:a="http://schemas.openxmlformats.org/drawingml/2006/main" w="28575">
            <a:solidFill>
              <a:srgbClr val="0F0914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26" name="direction-04-endpoint">
            <a:extLst xmlns:a="http://schemas.openxmlformats.org/drawingml/2006/main">
              <a:ext uri="{FF2B5EF4-FFF2-40B4-BE49-F238E27FC236}">
                <a16:creationId xmlns:a16="http://schemas.microsoft.com/office/drawing/2014/main" id="{FA3F44B1-EBA4-4534-A686-A7BCD57702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10625" y="1790700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6FF99"/>
          </a:solidFill>
          <a:ln xmlns:a="http://schemas.openxmlformats.org/drawingml/2006/main" w="28575">
            <a:solidFill>
              <a:srgbClr val="0F0914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27" name="direction-05-endpoint">
            <a:extLst xmlns:a="http://schemas.openxmlformats.org/drawingml/2006/main">
              <a:ext uri="{FF2B5EF4-FFF2-40B4-BE49-F238E27FC236}">
                <a16:creationId xmlns:a16="http://schemas.microsoft.com/office/drawing/2014/main" id="{D8DA27F9-2684-4F69-9788-8C45A3CD80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39225" y="3124200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6FF99"/>
          </a:solidFill>
          <a:ln xmlns:a="http://schemas.openxmlformats.org/drawingml/2006/main" w="28575">
            <a:solidFill>
              <a:srgbClr val="0F0914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28" name="direction-06-endpoint">
            <a:extLst xmlns:a="http://schemas.openxmlformats.org/drawingml/2006/main">
              <a:ext uri="{FF2B5EF4-FFF2-40B4-BE49-F238E27FC236}">
                <a16:creationId xmlns:a16="http://schemas.microsoft.com/office/drawing/2014/main" id="{14437B84-7EC6-4AAD-9DA0-DE149A9062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72525" y="4457700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6FF99"/>
          </a:solidFill>
          <a:ln xmlns:a="http://schemas.openxmlformats.org/drawingml/2006/main" w="28575">
            <a:solidFill>
              <a:srgbClr val="0F0914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29" name="priority-endpoint">
            <a:extLst xmlns:a="http://schemas.openxmlformats.org/drawingml/2006/main">
              <a:ext uri="{FF2B5EF4-FFF2-40B4-BE49-F238E27FC236}">
                <a16:creationId xmlns:a16="http://schemas.microsoft.com/office/drawing/2014/main" id="{38700E61-FDE4-46DF-BFF7-E0AED0E36F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0275" y="5105400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6FF99"/>
          </a:solidFill>
          <a:ln xmlns:a="http://schemas.openxmlformats.org/drawingml/2006/main" w="38100">
            <a:solidFill>
              <a:srgbClr val="0F0914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6"/>
          <a:fontRef xmlns:a="http://schemas.openxmlformats.org/drawingml/2006/main" idx="major"/>
        </p:style>
      </p:sp>
      <p:sp>
        <p:nvSpPr>
          <p:cNvPr id="30" name="direction-01-number-marker">
            <a:extLst xmlns:a="http://schemas.openxmlformats.org/drawingml/2006/main">
              <a:ext uri="{FF2B5EF4-FFF2-40B4-BE49-F238E27FC236}">
                <a16:creationId xmlns:a16="http://schemas.microsoft.com/office/drawing/2014/main" id="{113DFC0D-DF9A-4164-86D7-75FB9BE695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19400" y="1543050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030A0">
              <a:alpha val="22000"/>
            </a:srgbClr>
          </a:solidFill>
          <a:ln xmlns:a="http://schemas.openxmlformats.org/drawingml/2006/main" w="14288">
            <a:solidFill>
              <a:srgbClr val="7030A0"/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66FF99"/>
                </a:solidFill>
                <a:latin typeface="Aptos Display"/>
                <a:ea typeface="Aptos Display"/>
                <a:cs typeface="Aptos Display"/>
              </a:defRPr>
            </a:pPr>
            <a:r>
              <a:rPr sz="1200" b="1">
                <a:solidFill>
                  <a:srgbClr val="66FF99"/>
                </a:solidFill>
                <a:latin typeface="Aptos Display"/>
                <a:ea typeface="Aptos Display"/>
                <a:cs typeface="Aptos Display"/>
              </a:rPr>
              <a:t>01</a:t>
            </a:r>
          </a:p>
        </p:txBody>
      </p:sp>
      <p:sp>
        <p:nvSpPr>
          <p:cNvPr id="31" name="direction-01-heading">
            <a:extLst xmlns:a="http://schemas.openxmlformats.org/drawingml/2006/main">
              <a:ext uri="{FF2B5EF4-FFF2-40B4-BE49-F238E27FC236}">
                <a16:creationId xmlns:a16="http://schemas.microsoft.com/office/drawing/2014/main" id="{15764DB5-4965-4761-A9DE-481862A4AE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457325"/>
            <a:ext cx="2095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96000"/>
              </a:lnSpc>
              <a:buNone/>
              <a:defRPr sz="1800" b="1">
                <a:solidFill>
                  <a:srgbClr val="F9F5FC"/>
                </a:solidFill>
                <a:latin typeface="Aptos Display"/>
                <a:ea typeface="Aptos Display"/>
                <a:cs typeface="Aptos Display"/>
              </a:defRPr>
            </a:pPr>
            <a:r>
              <a:rPr sz="1800" b="1">
                <a:solidFill>
                  <a:srgbClr val="F9F5FC"/>
                </a:solidFill>
                <a:latin typeface="Aptos Display"/>
                <a:ea typeface="Aptos Display"/>
                <a:cs typeface="Aptos Display"/>
              </a:rPr>
              <a:t>DIRECTION 01</a:t>
            </a:r>
          </a:p>
        </p:txBody>
      </p:sp>
      <p:sp>
        <p:nvSpPr>
          <p:cNvPr id="32" name="direction-01-descriptor">
            <a:extLst xmlns:a="http://schemas.openxmlformats.org/drawingml/2006/main">
              <a:ext uri="{FF2B5EF4-FFF2-40B4-BE49-F238E27FC236}">
                <a16:creationId xmlns:a16="http://schemas.microsoft.com/office/drawing/2014/main" id="{57A20218-C1EB-472A-A8F6-07F45DF054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781175"/>
            <a:ext cx="209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96000"/>
              </a:lnSpc>
              <a:buNone/>
              <a:defRPr sz="1200" b="0">
                <a:solidFill>
                  <a:srgbClr val="CBBFD3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CBBFD3"/>
                </a:solidFill>
                <a:latin typeface="Aptos"/>
                <a:ea typeface="Aptos"/>
                <a:cs typeface="Aptos"/>
              </a:rPr>
              <a:t>Short supporting lens</a:t>
            </a:r>
          </a:p>
        </p:txBody>
      </p:sp>
      <p:sp>
        <p:nvSpPr>
          <p:cNvPr id="33" name="direction-01-accent-rule">
            <a:extLst xmlns:a="http://schemas.openxmlformats.org/drawingml/2006/main">
              <a:ext uri="{FF2B5EF4-FFF2-40B4-BE49-F238E27FC236}">
                <a16:creationId xmlns:a16="http://schemas.microsoft.com/office/drawing/2014/main" id="{B37B2A69-04F7-49E6-9638-1B636522B4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2066925"/>
            <a:ext cx="4953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6FF99">
              <a:alpha val="78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4" name="direction-02-number-marker">
            <a:extLst xmlns:a="http://schemas.openxmlformats.org/drawingml/2006/main">
              <a:ext uri="{FF2B5EF4-FFF2-40B4-BE49-F238E27FC236}">
                <a16:creationId xmlns:a16="http://schemas.microsoft.com/office/drawing/2014/main" id="{C570F91D-E348-4414-94D0-A86804E62E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19400" y="2876550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030A0">
              <a:alpha val="22000"/>
            </a:srgbClr>
          </a:solidFill>
          <a:ln xmlns:a="http://schemas.openxmlformats.org/drawingml/2006/main" w="14288">
            <a:solidFill>
              <a:srgbClr val="7030A0"/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66FF99"/>
                </a:solidFill>
                <a:latin typeface="Aptos Display"/>
                <a:ea typeface="Aptos Display"/>
                <a:cs typeface="Aptos Display"/>
              </a:defRPr>
            </a:pPr>
            <a:r>
              <a:rPr sz="1200" b="1">
                <a:solidFill>
                  <a:srgbClr val="66FF99"/>
                </a:solidFill>
                <a:latin typeface="Aptos Display"/>
                <a:ea typeface="Aptos Display"/>
                <a:cs typeface="Aptos Display"/>
              </a:rPr>
              <a:t>02</a:t>
            </a:r>
          </a:p>
        </p:txBody>
      </p:sp>
      <p:sp>
        <p:nvSpPr>
          <p:cNvPr id="35" name="direction-02-heading">
            <a:extLst xmlns:a="http://schemas.openxmlformats.org/drawingml/2006/main">
              <a:ext uri="{FF2B5EF4-FFF2-40B4-BE49-F238E27FC236}">
                <a16:creationId xmlns:a16="http://schemas.microsoft.com/office/drawing/2014/main" id="{E998BCAE-D27A-4A3F-8157-6D348715BF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2790825"/>
            <a:ext cx="23241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96000"/>
              </a:lnSpc>
              <a:buNone/>
              <a:defRPr sz="1800" b="1">
                <a:solidFill>
                  <a:srgbClr val="F9F5FC"/>
                </a:solidFill>
                <a:latin typeface="Aptos Display"/>
                <a:ea typeface="Aptos Display"/>
                <a:cs typeface="Aptos Display"/>
              </a:defRPr>
            </a:pPr>
            <a:r>
              <a:rPr sz="1800" b="1">
                <a:solidFill>
                  <a:srgbClr val="F9F5FC"/>
                </a:solidFill>
                <a:latin typeface="Aptos Display"/>
                <a:ea typeface="Aptos Display"/>
                <a:cs typeface="Aptos Display"/>
              </a:rPr>
              <a:t>DIRECTION 02</a:t>
            </a:r>
          </a:p>
        </p:txBody>
      </p:sp>
      <p:sp>
        <p:nvSpPr>
          <p:cNvPr id="36" name="direction-02-descriptor">
            <a:extLst xmlns:a="http://schemas.openxmlformats.org/drawingml/2006/main">
              <a:ext uri="{FF2B5EF4-FFF2-40B4-BE49-F238E27FC236}">
                <a16:creationId xmlns:a16="http://schemas.microsoft.com/office/drawing/2014/main" id="{971021F8-1DBE-44AB-96E9-F953FB296D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3114675"/>
            <a:ext cx="2324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96000"/>
              </a:lnSpc>
              <a:buNone/>
              <a:defRPr sz="1200" b="0">
                <a:solidFill>
                  <a:srgbClr val="CBBFD3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CBBFD3"/>
                </a:solidFill>
                <a:latin typeface="Aptos"/>
                <a:ea typeface="Aptos"/>
                <a:cs typeface="Aptos"/>
              </a:rPr>
              <a:t>Short supporting lens</a:t>
            </a:r>
          </a:p>
        </p:txBody>
      </p:sp>
      <p:sp>
        <p:nvSpPr>
          <p:cNvPr id="37" name="direction-02-accent-rule">
            <a:extLst xmlns:a="http://schemas.openxmlformats.org/drawingml/2006/main">
              <a:ext uri="{FF2B5EF4-FFF2-40B4-BE49-F238E27FC236}">
                <a16:creationId xmlns:a16="http://schemas.microsoft.com/office/drawing/2014/main" id="{AC7C2620-08A4-4D32-8907-9CB6F35CC8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3400425"/>
            <a:ext cx="4953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6FF99">
              <a:alpha val="78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8" name="direction-03-number-marker">
            <a:extLst xmlns:a="http://schemas.openxmlformats.org/drawingml/2006/main">
              <a:ext uri="{FF2B5EF4-FFF2-40B4-BE49-F238E27FC236}">
                <a16:creationId xmlns:a16="http://schemas.microsoft.com/office/drawing/2014/main" id="{55A9C05F-7365-4919-BFDA-6CD9B08F82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19400" y="4210050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030A0">
              <a:alpha val="22000"/>
            </a:srgbClr>
          </a:solidFill>
          <a:ln xmlns:a="http://schemas.openxmlformats.org/drawingml/2006/main" w="14288">
            <a:solidFill>
              <a:srgbClr val="7030A0"/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66FF99"/>
                </a:solidFill>
                <a:latin typeface="Aptos Display"/>
                <a:ea typeface="Aptos Display"/>
                <a:cs typeface="Aptos Display"/>
              </a:defRPr>
            </a:pPr>
            <a:r>
              <a:rPr sz="1200" b="1">
                <a:solidFill>
                  <a:srgbClr val="66FF99"/>
                </a:solidFill>
                <a:latin typeface="Aptos Display"/>
                <a:ea typeface="Aptos Display"/>
                <a:cs typeface="Aptos Display"/>
              </a:rPr>
              <a:t>03</a:t>
            </a:r>
          </a:p>
        </p:txBody>
      </p:sp>
      <p:sp>
        <p:nvSpPr>
          <p:cNvPr id="39" name="direction-03-heading">
            <a:extLst xmlns:a="http://schemas.openxmlformats.org/drawingml/2006/main">
              <a:ext uri="{FF2B5EF4-FFF2-40B4-BE49-F238E27FC236}">
                <a16:creationId xmlns:a16="http://schemas.microsoft.com/office/drawing/2014/main" id="{133CACC6-D826-4A79-8533-37002BEEF1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124325"/>
            <a:ext cx="20574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96000"/>
              </a:lnSpc>
              <a:buNone/>
              <a:defRPr sz="1800" b="1">
                <a:solidFill>
                  <a:srgbClr val="F9F5FC"/>
                </a:solidFill>
                <a:latin typeface="Aptos Display"/>
                <a:ea typeface="Aptos Display"/>
                <a:cs typeface="Aptos Display"/>
              </a:defRPr>
            </a:pPr>
            <a:r>
              <a:rPr sz="1800" b="1">
                <a:solidFill>
                  <a:srgbClr val="F9F5FC"/>
                </a:solidFill>
                <a:latin typeface="Aptos Display"/>
                <a:ea typeface="Aptos Display"/>
                <a:cs typeface="Aptos Display"/>
              </a:rPr>
              <a:t>DIRECTION 03</a:t>
            </a:r>
          </a:p>
        </p:txBody>
      </p:sp>
      <p:sp>
        <p:nvSpPr>
          <p:cNvPr id="40" name="direction-03-descriptor">
            <a:extLst xmlns:a="http://schemas.openxmlformats.org/drawingml/2006/main">
              <a:ext uri="{FF2B5EF4-FFF2-40B4-BE49-F238E27FC236}">
                <a16:creationId xmlns:a16="http://schemas.microsoft.com/office/drawing/2014/main" id="{ABF9537A-2FF3-4AD1-9EB3-62EB42F894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448175"/>
            <a:ext cx="2057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96000"/>
              </a:lnSpc>
              <a:buNone/>
              <a:defRPr sz="1200" b="0">
                <a:solidFill>
                  <a:srgbClr val="CBBFD3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CBBFD3"/>
                </a:solidFill>
                <a:latin typeface="Aptos"/>
                <a:ea typeface="Aptos"/>
                <a:cs typeface="Aptos"/>
              </a:rPr>
              <a:t>Short supporting lens</a:t>
            </a:r>
          </a:p>
        </p:txBody>
      </p:sp>
      <p:sp>
        <p:nvSpPr>
          <p:cNvPr id="41" name="direction-03-accent-rule">
            <a:extLst xmlns:a="http://schemas.openxmlformats.org/drawingml/2006/main">
              <a:ext uri="{FF2B5EF4-FFF2-40B4-BE49-F238E27FC236}">
                <a16:creationId xmlns:a16="http://schemas.microsoft.com/office/drawing/2014/main" id="{39ACC24E-8C98-4D0A-B428-5B7E7144B3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4733925"/>
            <a:ext cx="4953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6FF99">
              <a:alpha val="78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2" name="direction-04-number-marker">
            <a:extLst xmlns:a="http://schemas.openxmlformats.org/drawingml/2006/main">
              <a:ext uri="{FF2B5EF4-FFF2-40B4-BE49-F238E27FC236}">
                <a16:creationId xmlns:a16="http://schemas.microsoft.com/office/drawing/2014/main" id="{F379E5C9-A71E-4C00-9D74-129EA69E5C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91600" y="1543050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030A0">
              <a:alpha val="22000"/>
            </a:srgbClr>
          </a:solidFill>
          <a:ln xmlns:a="http://schemas.openxmlformats.org/drawingml/2006/main" w="14288">
            <a:solidFill>
              <a:srgbClr val="7030A0"/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66FF99"/>
                </a:solidFill>
                <a:latin typeface="Aptos Display"/>
                <a:ea typeface="Aptos Display"/>
                <a:cs typeface="Aptos Display"/>
              </a:defRPr>
            </a:pPr>
            <a:r>
              <a:rPr sz="1200" b="1">
                <a:solidFill>
                  <a:srgbClr val="66FF99"/>
                </a:solidFill>
                <a:latin typeface="Aptos Display"/>
                <a:ea typeface="Aptos Display"/>
                <a:cs typeface="Aptos Display"/>
              </a:rPr>
              <a:t>04</a:t>
            </a:r>
          </a:p>
        </p:txBody>
      </p:sp>
      <p:sp>
        <p:nvSpPr>
          <p:cNvPr id="43" name="direction-04-heading">
            <a:extLst xmlns:a="http://schemas.openxmlformats.org/drawingml/2006/main">
              <a:ext uri="{FF2B5EF4-FFF2-40B4-BE49-F238E27FC236}">
                <a16:creationId xmlns:a16="http://schemas.microsoft.com/office/drawing/2014/main" id="{5B8CFB8D-DC9A-48F3-9498-86025338ED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05950" y="1457325"/>
            <a:ext cx="2095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6000"/>
              </a:lnSpc>
              <a:buNone/>
              <a:defRPr sz="1800" b="1">
                <a:solidFill>
                  <a:srgbClr val="F9F5FC"/>
                </a:solidFill>
                <a:latin typeface="Aptos Display"/>
                <a:ea typeface="Aptos Display"/>
                <a:cs typeface="Aptos Display"/>
              </a:defRPr>
            </a:pPr>
            <a:r>
              <a:rPr sz="1800" b="1">
                <a:solidFill>
                  <a:srgbClr val="F9F5FC"/>
                </a:solidFill>
                <a:latin typeface="Aptos Display"/>
                <a:ea typeface="Aptos Display"/>
                <a:cs typeface="Aptos Display"/>
              </a:rPr>
              <a:t>DIRECTION 04</a:t>
            </a:r>
          </a:p>
        </p:txBody>
      </p:sp>
      <p:sp>
        <p:nvSpPr>
          <p:cNvPr id="44" name="direction-04-descriptor">
            <a:extLst xmlns:a="http://schemas.openxmlformats.org/drawingml/2006/main">
              <a:ext uri="{FF2B5EF4-FFF2-40B4-BE49-F238E27FC236}">
                <a16:creationId xmlns:a16="http://schemas.microsoft.com/office/drawing/2014/main" id="{53B477B8-1D1E-4EC4-8E86-EE914765DC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05950" y="1781175"/>
            <a:ext cx="209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6000"/>
              </a:lnSpc>
              <a:buNone/>
              <a:defRPr sz="1200" b="0">
                <a:solidFill>
                  <a:srgbClr val="CBBFD3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CBBFD3"/>
                </a:solidFill>
                <a:latin typeface="Aptos"/>
                <a:ea typeface="Aptos"/>
                <a:cs typeface="Aptos"/>
              </a:rPr>
              <a:t>Short supporting lens</a:t>
            </a:r>
          </a:p>
        </p:txBody>
      </p:sp>
      <p:sp>
        <p:nvSpPr>
          <p:cNvPr id="45" name="direction-04-accent-rule">
            <a:extLst xmlns:a="http://schemas.openxmlformats.org/drawingml/2006/main">
              <a:ext uri="{FF2B5EF4-FFF2-40B4-BE49-F238E27FC236}">
                <a16:creationId xmlns:a16="http://schemas.microsoft.com/office/drawing/2014/main" id="{1198C520-2218-42B7-8FFB-0F7C9C82D7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05950" y="2066925"/>
            <a:ext cx="4953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6FF99">
              <a:alpha val="78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6" name="direction-05-number-marker">
            <a:extLst xmlns:a="http://schemas.openxmlformats.org/drawingml/2006/main">
              <a:ext uri="{FF2B5EF4-FFF2-40B4-BE49-F238E27FC236}">
                <a16:creationId xmlns:a16="http://schemas.microsoft.com/office/drawing/2014/main" id="{C96D943A-0E40-4A80-BFF0-39471FABA7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91600" y="2876550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030A0">
              <a:alpha val="22000"/>
            </a:srgbClr>
          </a:solidFill>
          <a:ln xmlns:a="http://schemas.openxmlformats.org/drawingml/2006/main" w="14288">
            <a:solidFill>
              <a:srgbClr val="7030A0"/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66FF99"/>
                </a:solidFill>
                <a:latin typeface="Aptos Display"/>
                <a:ea typeface="Aptos Display"/>
                <a:cs typeface="Aptos Display"/>
              </a:defRPr>
            </a:pPr>
            <a:r>
              <a:rPr sz="1200" b="1">
                <a:solidFill>
                  <a:srgbClr val="66FF99"/>
                </a:solidFill>
                <a:latin typeface="Aptos Display"/>
                <a:ea typeface="Aptos Display"/>
                <a:cs typeface="Aptos Display"/>
              </a:rPr>
              <a:t>05</a:t>
            </a:r>
          </a:p>
        </p:txBody>
      </p:sp>
      <p:sp>
        <p:nvSpPr>
          <p:cNvPr id="47" name="direction-05-heading">
            <a:extLst xmlns:a="http://schemas.openxmlformats.org/drawingml/2006/main">
              <a:ext uri="{FF2B5EF4-FFF2-40B4-BE49-F238E27FC236}">
                <a16:creationId xmlns:a16="http://schemas.microsoft.com/office/drawing/2014/main" id="{E476B899-769B-41C5-8F77-AECE7D114E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05950" y="2790825"/>
            <a:ext cx="23241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6000"/>
              </a:lnSpc>
              <a:buNone/>
              <a:defRPr sz="1800" b="1">
                <a:solidFill>
                  <a:srgbClr val="F9F5FC"/>
                </a:solidFill>
                <a:latin typeface="Aptos Display"/>
                <a:ea typeface="Aptos Display"/>
                <a:cs typeface="Aptos Display"/>
              </a:defRPr>
            </a:pPr>
            <a:r>
              <a:rPr sz="1800" b="1">
                <a:solidFill>
                  <a:srgbClr val="F9F5FC"/>
                </a:solidFill>
                <a:latin typeface="Aptos Display"/>
                <a:ea typeface="Aptos Display"/>
                <a:cs typeface="Aptos Display"/>
              </a:rPr>
              <a:t>DIRECTION 05</a:t>
            </a:r>
          </a:p>
        </p:txBody>
      </p:sp>
      <p:sp>
        <p:nvSpPr>
          <p:cNvPr id="48" name="direction-05-descriptor">
            <a:extLst xmlns:a="http://schemas.openxmlformats.org/drawingml/2006/main">
              <a:ext uri="{FF2B5EF4-FFF2-40B4-BE49-F238E27FC236}">
                <a16:creationId xmlns:a16="http://schemas.microsoft.com/office/drawing/2014/main" id="{8B69D30F-0532-4999-8136-68DE555405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05950" y="3114675"/>
            <a:ext cx="2324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6000"/>
              </a:lnSpc>
              <a:buNone/>
              <a:defRPr sz="1200" b="0">
                <a:solidFill>
                  <a:srgbClr val="CBBFD3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CBBFD3"/>
                </a:solidFill>
                <a:latin typeface="Aptos"/>
                <a:ea typeface="Aptos"/>
                <a:cs typeface="Aptos"/>
              </a:rPr>
              <a:t>Short supporting lens</a:t>
            </a:r>
          </a:p>
        </p:txBody>
      </p:sp>
      <p:sp>
        <p:nvSpPr>
          <p:cNvPr id="49" name="direction-05-accent-rule">
            <a:extLst xmlns:a="http://schemas.openxmlformats.org/drawingml/2006/main">
              <a:ext uri="{FF2B5EF4-FFF2-40B4-BE49-F238E27FC236}">
                <a16:creationId xmlns:a16="http://schemas.microsoft.com/office/drawing/2014/main" id="{4F0652A1-F464-4228-BF66-D50E00F23B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05950" y="3400425"/>
            <a:ext cx="4953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6FF99">
              <a:alpha val="78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0" name="direction-06-number-marker">
            <a:extLst xmlns:a="http://schemas.openxmlformats.org/drawingml/2006/main">
              <a:ext uri="{FF2B5EF4-FFF2-40B4-BE49-F238E27FC236}">
                <a16:creationId xmlns:a16="http://schemas.microsoft.com/office/drawing/2014/main" id="{3802C9DF-6859-430E-B1DD-4B2D8B7266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91600" y="4210050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030A0">
              <a:alpha val="22000"/>
            </a:srgbClr>
          </a:solidFill>
          <a:ln xmlns:a="http://schemas.openxmlformats.org/drawingml/2006/main" w="14288">
            <a:solidFill>
              <a:srgbClr val="7030A0"/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66FF99"/>
                </a:solidFill>
                <a:latin typeface="Aptos Display"/>
                <a:ea typeface="Aptos Display"/>
                <a:cs typeface="Aptos Display"/>
              </a:defRPr>
            </a:pPr>
            <a:r>
              <a:rPr sz="1200" b="1">
                <a:solidFill>
                  <a:srgbClr val="66FF99"/>
                </a:solidFill>
                <a:latin typeface="Aptos Display"/>
                <a:ea typeface="Aptos Display"/>
                <a:cs typeface="Aptos Display"/>
              </a:rPr>
              <a:t>06</a:t>
            </a:r>
          </a:p>
        </p:txBody>
      </p:sp>
      <p:sp>
        <p:nvSpPr>
          <p:cNvPr id="51" name="direction-06-heading">
            <a:extLst xmlns:a="http://schemas.openxmlformats.org/drawingml/2006/main">
              <a:ext uri="{FF2B5EF4-FFF2-40B4-BE49-F238E27FC236}">
                <a16:creationId xmlns:a16="http://schemas.microsoft.com/office/drawing/2014/main" id="{0BC23019-21F5-4520-A47D-46FA3C4910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05950" y="4124325"/>
            <a:ext cx="20574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6000"/>
              </a:lnSpc>
              <a:buNone/>
              <a:defRPr sz="1800" b="1">
                <a:solidFill>
                  <a:srgbClr val="F9F5FC"/>
                </a:solidFill>
                <a:latin typeface="Aptos Display"/>
                <a:ea typeface="Aptos Display"/>
                <a:cs typeface="Aptos Display"/>
              </a:defRPr>
            </a:pPr>
            <a:r>
              <a:rPr sz="1800" b="1">
                <a:solidFill>
                  <a:srgbClr val="F9F5FC"/>
                </a:solidFill>
                <a:latin typeface="Aptos Display"/>
                <a:ea typeface="Aptos Display"/>
                <a:cs typeface="Aptos Display"/>
              </a:rPr>
              <a:t>DIRECTION 06</a:t>
            </a:r>
          </a:p>
        </p:txBody>
      </p:sp>
      <p:sp>
        <p:nvSpPr>
          <p:cNvPr id="52" name="direction-06-descriptor">
            <a:extLst xmlns:a="http://schemas.openxmlformats.org/drawingml/2006/main">
              <a:ext uri="{FF2B5EF4-FFF2-40B4-BE49-F238E27FC236}">
                <a16:creationId xmlns:a16="http://schemas.microsoft.com/office/drawing/2014/main" id="{7FB9080A-ECA0-429E-951A-CA5CAF153D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05950" y="4448175"/>
            <a:ext cx="2057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6000"/>
              </a:lnSpc>
              <a:buNone/>
              <a:defRPr sz="1200" b="0">
                <a:solidFill>
                  <a:srgbClr val="CBBFD3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CBBFD3"/>
                </a:solidFill>
                <a:latin typeface="Aptos"/>
                <a:ea typeface="Aptos"/>
                <a:cs typeface="Aptos"/>
              </a:rPr>
              <a:t>Short supporting lens</a:t>
            </a:r>
          </a:p>
        </p:txBody>
      </p:sp>
      <p:sp>
        <p:nvSpPr>
          <p:cNvPr id="53" name="direction-06-accent-rule">
            <a:extLst xmlns:a="http://schemas.openxmlformats.org/drawingml/2006/main">
              <a:ext uri="{FF2B5EF4-FFF2-40B4-BE49-F238E27FC236}">
                <a16:creationId xmlns:a16="http://schemas.microsoft.com/office/drawing/2014/main" id="{D281AEAD-FA46-48F1-AAAC-B8A686D500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05950" y="4733925"/>
            <a:ext cx="4953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6FF99">
              <a:alpha val="78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4" name="center-halo">
            <a:extLst xmlns:a="http://schemas.openxmlformats.org/drawingml/2006/main">
              <a:ext uri="{FF2B5EF4-FFF2-40B4-BE49-F238E27FC236}">
                <a16:creationId xmlns:a16="http://schemas.microsoft.com/office/drawing/2014/main" id="{033B7F86-FFB4-42DD-9DF9-FC6935F4F3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33950" y="2324100"/>
            <a:ext cx="2324100" cy="232410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66FF99">
                <a:alpha val="46000"/>
              </a:srgbClr>
            </a:solidFill>
            <a:prstDash val="solid"/>
          </a:ln>
        </p:spPr>
      </p:sp>
      <p:sp>
        <p:nvSpPr>
          <p:cNvPr id="55" name="center-word-node">
            <a:extLst xmlns:a="http://schemas.openxmlformats.org/drawingml/2006/main">
              <a:ext uri="{FF2B5EF4-FFF2-40B4-BE49-F238E27FC236}">
                <a16:creationId xmlns:a16="http://schemas.microsoft.com/office/drawing/2014/main" id="{C7692096-01D2-4ED3-A591-0CED286217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95875" y="2486025"/>
            <a:ext cx="2000250" cy="2000250"/>
          </a:xfrm>
          <a:prstGeom xmlns:a="http://schemas.openxmlformats.org/drawingml/2006/main" prst="ellipse">
            <a:avLst/>
          </a:prstGeom>
          <a:gradFill xmlns:a="http://schemas.openxmlformats.org/drawingml/2006/main">
            <a:gsLst>
              <a:gs pos="0">
                <a:srgbClr val="7030A0"/>
              </a:gs>
              <a:gs pos="100000">
                <a:srgbClr val="4A1C66"/>
              </a:gs>
            </a:gsLst>
            <a:lin ang="8100000"/>
          </a:gradFill>
          <a:ln xmlns:a="http://schemas.openxmlformats.org/drawingml/2006/main" w="33338">
            <a:solidFill>
              <a:srgbClr val="66FF9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10"/>
          <a:fontRef xmlns:a="http://schemas.openxmlformats.org/drawingml/2006/main" idx="major"/>
        </p:style>
        <p:txBody>
          <a:bodyPr xmlns:a="http://schemas.openxmlformats.org/drawingml/2006/main" lIns="152400" tIns="171450" rIns="152400" bIns="1714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2000"/>
              </a:lnSpc>
              <a:buNone/>
              <a:defRPr sz="1200" b="1">
                <a:solidFill>
                  <a:srgbClr val="66FF99"/>
                </a:solidFill>
                <a:latin typeface="Aptos Display"/>
                <a:ea typeface="Aptos Display"/>
                <a:cs typeface="Aptos Display"/>
              </a:defRPr>
            </a:pPr>
            <a:r>
              <a:rPr sz="1200" b="1">
                <a:solidFill>
                  <a:srgbClr val="66FF99"/>
                </a:solidFill>
                <a:latin typeface="Aptos Display"/>
                <a:ea typeface="Aptos Display"/>
                <a:cs typeface="Aptos Display"/>
              </a:rPr>
              <a:t>CORE IDEA</a:t>
            </a:r>
          </a:p>
          <a:p xmlns:a="http://schemas.openxmlformats.org/drawingml/2006/main">
            <a:pPr algn="ctr">
              <a:lnSpc>
                <a:spcPct val="102000"/>
              </a:lnSpc>
              <a:buNone/>
              <a:defRPr sz="2325" b="1">
                <a:solidFill>
                  <a:srgbClr val="F9F5FC"/>
                </a:solidFill>
                <a:latin typeface="Aptos Display"/>
                <a:ea typeface="Aptos Display"/>
                <a:cs typeface="Aptos Display"/>
              </a:defRPr>
            </a:pPr>
            <a:r>
              <a:rPr sz="2325" b="1">
                <a:solidFill>
                  <a:srgbClr val="F9F5FC"/>
                </a:solidFill>
                <a:latin typeface="Aptos Display"/>
                <a:ea typeface="Aptos Display"/>
                <a:cs typeface="Aptos Display"/>
              </a:rPr>
              <a:t>NEXUS</a:t>
            </a:r>
          </a:p>
        </p:txBody>
      </p:sp>
      <p:sp>
        <p:nvSpPr>
          <p:cNvPr id="56" name="priority-glow">
            <a:extLst xmlns:a="http://schemas.openxmlformats.org/drawingml/2006/main">
              <a:ext uri="{FF2B5EF4-FFF2-40B4-BE49-F238E27FC236}">
                <a16:creationId xmlns:a16="http://schemas.microsoft.com/office/drawing/2014/main" id="{8310B245-5211-4D05-B206-06A6CC1E04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14775" y="5343525"/>
            <a:ext cx="4362450" cy="1123950"/>
          </a:xfrm>
          <a:prstGeom xmlns:a="http://schemas.openxmlformats.org/drawingml/2006/main" prst="roundRect">
            <a:avLst>
              <a:gd name="adj" fmla="val 22034"/>
            </a:avLst>
          </a:prstGeom>
          <a:solidFill xmlns:a="http://schemas.openxmlformats.org/drawingml/2006/main">
            <a:srgbClr val="66FF99">
              <a:alpha val="12000"/>
            </a:srgbClr>
          </a:solidFill>
          <a:ln xmlns:a="http://schemas.openxmlformats.org/drawingml/2006/main" w="0">
            <a:noFill/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11"/>
          <a:fontRef xmlns:a="http://schemas.openxmlformats.org/drawingml/2006/main" idx="major"/>
        </p:style>
      </p:sp>
      <p:sp>
        <p:nvSpPr>
          <p:cNvPr id="57" name="priority-card">
            <a:extLst xmlns:a="http://schemas.openxmlformats.org/drawingml/2006/main">
              <a:ext uri="{FF2B5EF4-FFF2-40B4-BE49-F238E27FC236}">
                <a16:creationId xmlns:a16="http://schemas.microsoft.com/office/drawing/2014/main" id="{88AA2B8F-64EF-49B2-A06B-F8B46676E1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38600" y="5467350"/>
            <a:ext cx="4114800" cy="876300"/>
          </a:xfrm>
          <a:prstGeom xmlns:a="http://schemas.openxmlformats.org/drawingml/2006/main" prst="roundRect">
            <a:avLst>
              <a:gd name="adj" fmla="val 23913"/>
            </a:avLst>
          </a:prstGeom>
          <a:gradFill xmlns:a="http://schemas.openxmlformats.org/drawingml/2006/main">
            <a:gsLst>
              <a:gs pos="0">
                <a:srgbClr val="66FF99"/>
              </a:gs>
              <a:gs pos="100000">
                <a:srgbClr val="A4FFBF"/>
              </a:gs>
            </a:gsLst>
            <a:lin ang="0"/>
          </a:gradFill>
          <a:ln xmlns:a="http://schemas.openxmlformats.org/drawingml/2006/main" w="9525">
            <a:solidFill>
              <a:srgbClr val="66FF9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12"/>
          <a:fontRef xmlns:a="http://schemas.openxmlformats.org/drawingml/2006/main" idx="major"/>
        </p:style>
      </p:sp>
      <p:sp>
        <p:nvSpPr>
          <p:cNvPr id="58" name="direction-07-number-marker">
            <a:extLst xmlns:a="http://schemas.openxmlformats.org/drawingml/2006/main">
              <a:ext uri="{FF2B5EF4-FFF2-40B4-BE49-F238E27FC236}">
                <a16:creationId xmlns:a16="http://schemas.microsoft.com/office/drawing/2014/main" id="{2C914407-6D76-4CCF-8D36-26531CAF7B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38625" y="5619750"/>
            <a:ext cx="571500" cy="571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030A0"/>
          </a:solidFill>
          <a:ln xmlns:a="http://schemas.openxmlformats.org/drawingml/2006/main" w="9525">
            <a:solidFill>
              <a:srgbClr val="7030A0"/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66FF99"/>
                </a:solidFill>
                <a:latin typeface="Aptos Display"/>
                <a:ea typeface="Aptos Display"/>
                <a:cs typeface="Aptos Display"/>
              </a:defRPr>
            </a:pPr>
            <a:r>
              <a:rPr sz="1800" b="1">
                <a:solidFill>
                  <a:srgbClr val="66FF99"/>
                </a:solidFill>
                <a:latin typeface="Aptos Display"/>
                <a:ea typeface="Aptos Display"/>
                <a:cs typeface="Aptos Display"/>
              </a:rPr>
              <a:t>07</a:t>
            </a:r>
          </a:p>
        </p:txBody>
      </p:sp>
      <p:sp>
        <p:nvSpPr>
          <p:cNvPr id="59" name="priority-eyebrow">
            <a:extLst xmlns:a="http://schemas.openxmlformats.org/drawingml/2006/main">
              <a:ext uri="{FF2B5EF4-FFF2-40B4-BE49-F238E27FC236}">
                <a16:creationId xmlns:a16="http://schemas.microsoft.com/office/drawing/2014/main" id="{20D539E8-68FF-4C3C-B42C-70EEDD0F8F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5581650"/>
            <a:ext cx="2762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6000"/>
              </a:lnSpc>
              <a:buNone/>
              <a:defRPr sz="1200" b="1">
                <a:solidFill>
                  <a:srgbClr val="7030A0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7030A0"/>
                </a:solidFill>
                <a:latin typeface="Aptos"/>
                <a:ea typeface="Aptos"/>
                <a:cs typeface="Aptos"/>
              </a:rPr>
              <a:t>PRIORITY DIRECTION</a:t>
            </a:r>
          </a:p>
        </p:txBody>
      </p:sp>
      <p:sp>
        <p:nvSpPr>
          <p:cNvPr id="60" name="priority-heading">
            <a:extLst xmlns:a="http://schemas.openxmlformats.org/drawingml/2006/main">
              <a:ext uri="{FF2B5EF4-FFF2-40B4-BE49-F238E27FC236}">
                <a16:creationId xmlns:a16="http://schemas.microsoft.com/office/drawing/2014/main" id="{1E0218C1-1FD1-4B11-A9F6-FA92C67914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5781675"/>
            <a:ext cx="27813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6000"/>
              </a:lnSpc>
              <a:buNone/>
              <a:defRPr sz="2100" b="1">
                <a:solidFill>
                  <a:srgbClr val="7030A0"/>
                </a:solidFill>
                <a:latin typeface="Aptos Display"/>
                <a:ea typeface="Aptos Display"/>
                <a:cs typeface="Aptos Display"/>
              </a:defRPr>
            </a:pPr>
            <a:r>
              <a:rPr sz="2100" b="1">
                <a:solidFill>
                  <a:srgbClr val="7030A0"/>
                </a:solidFill>
                <a:latin typeface="Aptos Display"/>
                <a:ea typeface="Aptos Display"/>
                <a:cs typeface="Aptos Display"/>
              </a:rPr>
              <a:t>MAKE IT UNMISSABLE</a:t>
            </a:r>
          </a:p>
        </p:txBody>
      </p:sp>
      <p:sp>
        <p:nvSpPr>
          <p:cNvPr id="61" name="priority-edge">
            <a:extLst xmlns:a="http://schemas.openxmlformats.org/drawingml/2006/main">
              <a:ext uri="{FF2B5EF4-FFF2-40B4-BE49-F238E27FC236}">
                <a16:creationId xmlns:a16="http://schemas.microsoft.com/office/drawing/2014/main" id="{8A13E3A1-644F-4B6A-8506-B7AA757354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5638800"/>
            <a:ext cx="381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030A0"/>
          </a:solidFill>
          <a:ln xmlns:a="http://schemas.openxmlformats.org/drawingml/2006/main" w="0">
            <a:noFill/>
            <a:prstDash val="solid"/>
          </a:ln>
        </p:spPr>
      </p:sp>
    </p:spTree>
    <p:extLst>
      <p:ext uri="{BB962C8B-B14F-4D97-AF65-F5344CB8AC3E}">
        <p14:creationId xmlns:p14="http://schemas.microsoft.com/office/powerpoint/2010/main" val="1708601322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  <a:effectStyle>
          <a:effectLst>
            <a:outerShdw blurRad="361950" dist="152400" dir="5400000">
              <a:srgbClr val="000000">
                <a:alpha val="40000"/>
              </a:srgbClr>
            </a:outerShdw>
          </a:effectLst>
        </a:effectStyle>
        <a:effectStyle>
          <a:effectLst>
            <a:outerShdw blurRad="323850" dist="114300" dir="5400000">
              <a:srgbClr val="66FF99">
                <a:alpha val="18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3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2026-08-15T17:54:11.4000000Z</dcterms:created>
  <dcterms:modified xsi:type="dcterms:W3CDTF">2026-08-15T17:54:11.4000000Z</dcterms:modified>
</coreProperties>
</file>